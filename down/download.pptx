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3"/>
  </p:notesMasterIdLst>
  <p:sldIdLst>
    <p:sldId id="256" r:id="rId2"/>
    <p:sldId id="257" r:id="rId3"/>
    <p:sldId id="258" r:id="rId4"/>
    <p:sldId id="260" r:id="rId5"/>
    <p:sldId id="259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84" r:id="rId17"/>
    <p:sldId id="275" r:id="rId18"/>
    <p:sldId id="277" r:id="rId19"/>
    <p:sldId id="285" r:id="rId20"/>
    <p:sldId id="276" r:id="rId21"/>
    <p:sldId id="280" r:id="rId22"/>
    <p:sldId id="279" r:id="rId23"/>
    <p:sldId id="278" r:id="rId24"/>
    <p:sldId id="282" r:id="rId25"/>
    <p:sldId id="283" r:id="rId26"/>
    <p:sldId id="281" r:id="rId27"/>
    <p:sldId id="286" r:id="rId28"/>
    <p:sldId id="287" r:id="rId29"/>
    <p:sldId id="28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0" r:id="rId40"/>
    <p:sldId id="299" r:id="rId41"/>
    <p:sldId id="30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66E4072-0153-483B-A8F2-BAF73C268660}">
          <p14:sldIdLst>
            <p14:sldId id="256"/>
          </p14:sldIdLst>
        </p14:section>
        <p14:section name="01" id="{2DB7C39A-2E77-44CF-8AF2-F662748B3A99}">
          <p14:sldIdLst>
            <p14:sldId id="257"/>
            <p14:sldId id="258"/>
            <p14:sldId id="260"/>
            <p14:sldId id="259"/>
            <p14:sldId id="265"/>
            <p14:sldId id="264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84"/>
            <p14:sldId id="275"/>
            <p14:sldId id="277"/>
            <p14:sldId id="285"/>
            <p14:sldId id="276"/>
            <p14:sldId id="280"/>
          </p14:sldIdLst>
        </p14:section>
        <p14:section name="02" id="{00EFCB09-0B9B-4E35-BE5F-F5E61C739491}">
          <p14:sldIdLst>
            <p14:sldId id="279"/>
            <p14:sldId id="278"/>
            <p14:sldId id="282"/>
            <p14:sldId id="283"/>
            <p14:sldId id="281"/>
            <p14:sldId id="286"/>
            <p14:sldId id="287"/>
            <p14:sldId id="28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300"/>
            <p14:sldId id="299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건백" initials="김" lastIdx="1" clrIdx="0">
    <p:extLst>
      <p:ext uri="{19B8F6BF-5375-455C-9EA6-DF929625EA0E}">
        <p15:presenceInfo xmlns:p15="http://schemas.microsoft.com/office/powerpoint/2012/main" userId="S-1-5-21-2187418096-2094544958-1049198782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FF"/>
    <a:srgbClr val="F9FDFF"/>
    <a:srgbClr val="F1DEA7"/>
    <a:srgbClr val="A6B727"/>
    <a:srgbClr val="0F6FC6"/>
    <a:srgbClr val="7F7F7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82979" autoAdjust="0"/>
  </p:normalViewPr>
  <p:slideViewPr>
    <p:cSldViewPr snapToGrid="0">
      <p:cViewPr varScale="1">
        <p:scale>
          <a:sx n="94" d="100"/>
          <a:sy n="94" d="100"/>
        </p:scale>
        <p:origin x="1200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건백" userId="da0e1cd9-2c5e-4228-8907-facf07e1249b" providerId="ADAL" clId="{E69B9EE6-94B2-4683-974E-F3B0AA528417}"/>
    <pc:docChg chg="modSld">
      <pc:chgData name="김건백" userId="da0e1cd9-2c5e-4228-8907-facf07e1249b" providerId="ADAL" clId="{E69B9EE6-94B2-4683-974E-F3B0AA528417}" dt="2026-08-20T23:52:44.847" v="7" actId="20577"/>
      <pc:docMkLst>
        <pc:docMk/>
      </pc:docMkLst>
      <pc:sldChg chg="modSp">
        <pc:chgData name="김건백" userId="da0e1cd9-2c5e-4228-8907-facf07e1249b" providerId="ADAL" clId="{E69B9EE6-94B2-4683-974E-F3B0AA528417}" dt="2026-08-20T23:52:44.847" v="7" actId="20577"/>
        <pc:sldMkLst>
          <pc:docMk/>
          <pc:sldMk cId="600478009" sldId="281"/>
        </pc:sldMkLst>
        <pc:spChg chg="mod">
          <ac:chgData name="김건백" userId="da0e1cd9-2c5e-4228-8907-facf07e1249b" providerId="ADAL" clId="{E69B9EE6-94B2-4683-974E-F3B0AA528417}" dt="2026-08-20T23:52:44.847" v="7" actId="20577"/>
          <ac:spMkLst>
            <pc:docMk/>
            <pc:sldMk cId="600478009" sldId="281"/>
            <ac:spMk id="7" creationId="{7947AD01-D3A4-410B-9943-325110A264CC}"/>
          </ac:spMkLst>
        </pc:spChg>
      </pc:sldChg>
      <pc:sldChg chg="modSp">
        <pc:chgData name="김건백" userId="da0e1cd9-2c5e-4228-8907-facf07e1249b" providerId="ADAL" clId="{E69B9EE6-94B2-4683-974E-F3B0AA528417}" dt="2026-08-20T23:50:46.920" v="1" actId="1076"/>
        <pc:sldMkLst>
          <pc:docMk/>
          <pc:sldMk cId="1340013452" sldId="287"/>
        </pc:sldMkLst>
        <pc:spChg chg="mod">
          <ac:chgData name="김건백" userId="da0e1cd9-2c5e-4228-8907-facf07e1249b" providerId="ADAL" clId="{E69B9EE6-94B2-4683-974E-F3B0AA528417}" dt="2026-08-20T23:50:46.920" v="1" actId="1076"/>
          <ac:spMkLst>
            <pc:docMk/>
            <pc:sldMk cId="1340013452" sldId="287"/>
            <ac:spMk id="13" creationId="{C55F48C8-848E-4D3E-A0C5-82468EC0F870}"/>
          </ac:spMkLst>
        </pc:spChg>
      </pc:sldChg>
    </pc:docChg>
  </pc:docChgLst>
  <pc:docChgLst>
    <pc:chgData name="김건백" userId="da0e1cd9-2c5e-4228-8907-facf07e1249b" providerId="ADAL" clId="{490768D9-CA23-40A9-900B-5BCA97CA1137}"/>
    <pc:docChg chg="undo redo custSel addSld delSld modSld sldOrd modMainMaster modSection">
      <pc:chgData name="김건백" userId="da0e1cd9-2c5e-4228-8907-facf07e1249b" providerId="ADAL" clId="{490768D9-CA23-40A9-900B-5BCA97CA1137}" dt="2026-08-11T03:58:44.050" v="15778" actId="20577"/>
      <pc:docMkLst>
        <pc:docMk/>
      </pc:docMkLst>
      <pc:sldChg chg="modSp add">
        <pc:chgData name="김건백" userId="da0e1cd9-2c5e-4228-8907-facf07e1249b" providerId="ADAL" clId="{490768D9-CA23-40A9-900B-5BCA97CA1137}" dt="2026-07-09T01:30:30.105" v="67" actId="20577"/>
        <pc:sldMkLst>
          <pc:docMk/>
          <pc:sldMk cId="2552674236" sldId="256"/>
        </pc:sldMkLst>
        <pc:spChg chg="mod">
          <ac:chgData name="김건백" userId="da0e1cd9-2c5e-4228-8907-facf07e1249b" providerId="ADAL" clId="{490768D9-CA23-40A9-900B-5BCA97CA1137}" dt="2026-07-09T01:30:09.631" v="22"/>
          <ac:spMkLst>
            <pc:docMk/>
            <pc:sldMk cId="2552674236" sldId="256"/>
            <ac:spMk id="2" creationId="{7F4E3984-88EC-4EB0-82E1-003E747BD741}"/>
          </ac:spMkLst>
        </pc:spChg>
        <pc:spChg chg="mod">
          <ac:chgData name="김건백" userId="da0e1cd9-2c5e-4228-8907-facf07e1249b" providerId="ADAL" clId="{490768D9-CA23-40A9-900B-5BCA97CA1137}" dt="2026-07-09T01:30:30.105" v="67" actId="20577"/>
          <ac:spMkLst>
            <pc:docMk/>
            <pc:sldMk cId="2552674236" sldId="256"/>
            <ac:spMk id="3" creationId="{27BDAE3A-6560-47F1-9F78-E3EB98595014}"/>
          </ac:spMkLst>
        </pc:spChg>
      </pc:sldChg>
      <pc:sldChg chg="addSp delSp modSp add">
        <pc:chgData name="김건백" userId="da0e1cd9-2c5e-4228-8907-facf07e1249b" providerId="ADAL" clId="{490768D9-CA23-40A9-900B-5BCA97CA1137}" dt="2026-07-09T01:31:00.254" v="107"/>
        <pc:sldMkLst>
          <pc:docMk/>
          <pc:sldMk cId="2837729590" sldId="257"/>
        </pc:sldMkLst>
        <pc:spChg chg="del">
          <ac:chgData name="김건백" userId="da0e1cd9-2c5e-4228-8907-facf07e1249b" providerId="ADAL" clId="{490768D9-CA23-40A9-900B-5BCA97CA1137}" dt="2026-07-09T01:30:47.162" v="68"/>
          <ac:spMkLst>
            <pc:docMk/>
            <pc:sldMk cId="2837729590" sldId="257"/>
            <ac:spMk id="2" creationId="{7021A466-FDBF-41C5-BDA5-2AEE9BBE65D3}"/>
          </ac:spMkLst>
        </pc:spChg>
        <pc:spChg chg="del">
          <ac:chgData name="김건백" userId="da0e1cd9-2c5e-4228-8907-facf07e1249b" providerId="ADAL" clId="{490768D9-CA23-40A9-900B-5BCA97CA1137}" dt="2026-07-09T01:30:47.162" v="68"/>
          <ac:spMkLst>
            <pc:docMk/>
            <pc:sldMk cId="2837729590" sldId="257"/>
            <ac:spMk id="3" creationId="{9D22A5B7-4671-426F-9FFC-DD2F8392988B}"/>
          </ac:spMkLst>
        </pc:spChg>
        <pc:spChg chg="add mod">
          <ac:chgData name="김건백" userId="da0e1cd9-2c5e-4228-8907-facf07e1249b" providerId="ADAL" clId="{490768D9-CA23-40A9-900B-5BCA97CA1137}" dt="2026-07-09T01:30:54.116" v="89" actId="20577"/>
          <ac:spMkLst>
            <pc:docMk/>
            <pc:sldMk cId="2837729590" sldId="257"/>
            <ac:spMk id="4" creationId="{B7899D99-69D4-4FC6-9BD5-B63F4DDB2634}"/>
          </ac:spMkLst>
        </pc:spChg>
        <pc:spChg chg="add mod">
          <ac:chgData name="김건백" userId="da0e1cd9-2c5e-4228-8907-facf07e1249b" providerId="ADAL" clId="{490768D9-CA23-40A9-900B-5BCA97CA1137}" dt="2026-07-09T01:31:00.254" v="107"/>
          <ac:spMkLst>
            <pc:docMk/>
            <pc:sldMk cId="2837729590" sldId="257"/>
            <ac:spMk id="5" creationId="{F7B18F78-9853-40D4-9D4F-FB8CF0E1209A}"/>
          </ac:spMkLst>
        </pc:spChg>
      </pc:sldChg>
      <pc:sldChg chg="addSp delSp modSp add setBg">
        <pc:chgData name="김건백" userId="da0e1cd9-2c5e-4228-8907-facf07e1249b" providerId="ADAL" clId="{490768D9-CA23-40A9-900B-5BCA97CA1137}" dt="2026-08-07T02:26:07.457" v="7307"/>
        <pc:sldMkLst>
          <pc:docMk/>
          <pc:sldMk cId="3419140760" sldId="258"/>
        </pc:sldMkLst>
        <pc:spChg chg="mod">
          <ac:chgData name="김건백" userId="da0e1cd9-2c5e-4228-8907-facf07e1249b" providerId="ADAL" clId="{490768D9-CA23-40A9-900B-5BCA97CA1137}" dt="2026-07-09T01:31:19.939" v="135" actId="20577"/>
          <ac:spMkLst>
            <pc:docMk/>
            <pc:sldMk cId="3419140760" sldId="258"/>
            <ac:spMk id="2" creationId="{C00807B3-4F26-433A-AB3F-460D104D2092}"/>
          </ac:spMkLst>
        </pc:spChg>
        <pc:spChg chg="del">
          <ac:chgData name="김건백" userId="da0e1cd9-2c5e-4228-8907-facf07e1249b" providerId="ADAL" clId="{490768D9-CA23-40A9-900B-5BCA97CA1137}" dt="2026-07-09T01:36:51.404" v="136"/>
          <ac:spMkLst>
            <pc:docMk/>
            <pc:sldMk cId="3419140760" sldId="258"/>
            <ac:spMk id="3" creationId="{9888C580-4B11-4FC4-BD5F-DE97DAE1EB06}"/>
          </ac:spMkLst>
        </pc:spChg>
        <pc:spChg chg="add mod">
          <ac:chgData name="김건백" userId="da0e1cd9-2c5e-4228-8907-facf07e1249b" providerId="ADAL" clId="{490768D9-CA23-40A9-900B-5BCA97CA1137}" dt="2026-07-23T04:51:36.081" v="4852" actId="1076"/>
          <ac:spMkLst>
            <pc:docMk/>
            <pc:sldMk cId="3419140760" sldId="258"/>
            <ac:spMk id="4" creationId="{04FF7A46-9A6A-4FE6-B892-C36A09B4041F}"/>
          </ac:spMkLst>
        </pc:spChg>
        <pc:spChg chg="add del mod">
          <ac:chgData name="김건백" userId="da0e1cd9-2c5e-4228-8907-facf07e1249b" providerId="ADAL" clId="{490768D9-CA23-40A9-900B-5BCA97CA1137}" dt="2026-07-09T01:37:00.526" v="137"/>
          <ac:spMkLst>
            <pc:docMk/>
            <pc:sldMk cId="3419140760" sldId="258"/>
            <ac:spMk id="5" creationId="{9D963B2D-3167-41A7-8469-2CE8BB05A74F}"/>
          </ac:spMkLst>
        </pc:spChg>
        <pc:spChg chg="add del mod">
          <ac:chgData name="김건백" userId="da0e1cd9-2c5e-4228-8907-facf07e1249b" providerId="ADAL" clId="{490768D9-CA23-40A9-900B-5BCA97CA1137}" dt="2026-07-23T04:51:40.734" v="4856"/>
          <ac:spMkLst>
            <pc:docMk/>
            <pc:sldMk cId="3419140760" sldId="258"/>
            <ac:spMk id="6" creationId="{09020D9C-0368-4D5C-92B0-4EBA9A243306}"/>
          </ac:spMkLst>
        </pc:spChg>
        <pc:spChg chg="add mod">
          <ac:chgData name="김건백" userId="da0e1cd9-2c5e-4228-8907-facf07e1249b" providerId="ADAL" clId="{490768D9-CA23-40A9-900B-5BCA97CA1137}" dt="2026-07-23T04:51:32.768" v="4851"/>
          <ac:spMkLst>
            <pc:docMk/>
            <pc:sldMk cId="3419140760" sldId="258"/>
            <ac:spMk id="8" creationId="{59F4CE2F-881B-4192-8D96-6C5F8C2E7955}"/>
          </ac:spMkLst>
        </pc:spChg>
        <pc:picChg chg="add mod modCrop">
          <ac:chgData name="김건백" userId="da0e1cd9-2c5e-4228-8907-facf07e1249b" providerId="ADAL" clId="{490768D9-CA23-40A9-900B-5BCA97CA1137}" dt="2026-08-07T02:25:43.955" v="7306" actId="732"/>
          <ac:picMkLst>
            <pc:docMk/>
            <pc:sldMk cId="3419140760" sldId="258"/>
            <ac:picMk id="7" creationId="{45869E17-082A-422D-9609-8378D1332758}"/>
          </ac:picMkLst>
        </pc:picChg>
        <pc:inkChg chg="add">
          <ac:chgData name="김건백" userId="da0e1cd9-2c5e-4228-8907-facf07e1249b" providerId="ADAL" clId="{490768D9-CA23-40A9-900B-5BCA97CA1137}" dt="2026-08-07T02:26:07.457" v="7307"/>
          <ac:inkMkLst>
            <pc:docMk/>
            <pc:sldMk cId="3419140760" sldId="258"/>
            <ac:inkMk id="3" creationId="{22A6E57B-FDEA-4838-9631-1FE30ACD1042}"/>
          </ac:inkMkLst>
        </pc:inkChg>
      </pc:sldChg>
      <pc:sldChg chg="addSp delSp modSp add addCm delCm">
        <pc:chgData name="김건백" userId="da0e1cd9-2c5e-4228-8907-facf07e1249b" providerId="ADAL" clId="{490768D9-CA23-40A9-900B-5BCA97CA1137}" dt="2026-07-14T04:31:52.709" v="2906" actId="167"/>
        <pc:sldMkLst>
          <pc:docMk/>
          <pc:sldMk cId="4035781718" sldId="259"/>
        </pc:sldMkLst>
        <pc:spChg chg="mod">
          <ac:chgData name="김건백" userId="da0e1cd9-2c5e-4228-8907-facf07e1249b" providerId="ADAL" clId="{490768D9-CA23-40A9-900B-5BCA97CA1137}" dt="2026-07-14T04:09:13.939" v="2345"/>
          <ac:spMkLst>
            <pc:docMk/>
            <pc:sldMk cId="4035781718" sldId="259"/>
            <ac:spMk id="2" creationId="{EAF617DC-9344-4F15-A35A-4FBD4FB5E5DD}"/>
          </ac:spMkLst>
        </pc:spChg>
        <pc:spChg chg="add del mod">
          <ac:chgData name="김건백" userId="da0e1cd9-2c5e-4228-8907-facf07e1249b" providerId="ADAL" clId="{490768D9-CA23-40A9-900B-5BCA97CA1137}" dt="2026-07-10T05:42:59.763" v="2272"/>
          <ac:spMkLst>
            <pc:docMk/>
            <pc:sldMk cId="4035781718" sldId="259"/>
            <ac:spMk id="3" creationId="{5C20A1F2-4E8B-45CB-B82B-A1A364A8ED3B}"/>
          </ac:spMkLst>
        </pc:spChg>
        <pc:spChg chg="del">
          <ac:chgData name="김건백" userId="da0e1cd9-2c5e-4228-8907-facf07e1249b" providerId="ADAL" clId="{490768D9-CA23-40A9-900B-5BCA97CA1137}" dt="2026-07-09T01:40:21.057" v="267"/>
          <ac:spMkLst>
            <pc:docMk/>
            <pc:sldMk cId="4035781718" sldId="259"/>
            <ac:spMk id="3" creationId="{9CF1DFFA-06CD-432F-9850-64252E2C2614}"/>
          </ac:spMkLst>
        </pc:spChg>
        <pc:spChg chg="del">
          <ac:chgData name="김건백" userId="da0e1cd9-2c5e-4228-8907-facf07e1249b" providerId="ADAL" clId="{490768D9-CA23-40A9-900B-5BCA97CA1137}" dt="2026-07-09T01:40:21.057" v="267"/>
          <ac:spMkLst>
            <pc:docMk/>
            <pc:sldMk cId="4035781718" sldId="259"/>
            <ac:spMk id="4" creationId="{2E9ADB28-7446-49D2-B7F0-85B7E6F3503A}"/>
          </ac:spMkLst>
        </pc:spChg>
        <pc:spChg chg="add del mod">
          <ac:chgData name="김건백" userId="da0e1cd9-2c5e-4228-8907-facf07e1249b" providerId="ADAL" clId="{490768D9-CA23-40A9-900B-5BCA97CA1137}" dt="2026-07-10T05:42:59.763" v="2272"/>
          <ac:spMkLst>
            <pc:docMk/>
            <pc:sldMk cId="4035781718" sldId="259"/>
            <ac:spMk id="4" creationId="{B6E65C3F-5936-4698-A157-22AE384FC868}"/>
          </ac:spMkLst>
        </pc:spChg>
        <pc:spChg chg="add del mod">
          <ac:chgData name="김건백" userId="da0e1cd9-2c5e-4228-8907-facf07e1249b" providerId="ADAL" clId="{490768D9-CA23-40A9-900B-5BCA97CA1137}" dt="2026-07-10T05:43:04.865" v="2275"/>
          <ac:spMkLst>
            <pc:docMk/>
            <pc:sldMk cId="4035781718" sldId="259"/>
            <ac:spMk id="5" creationId="{152CF611-3DF1-4D01-9052-225264A118B1}"/>
          </ac:spMkLst>
        </pc:spChg>
        <pc:spChg chg="add del mod">
          <ac:chgData name="김건백" userId="da0e1cd9-2c5e-4228-8907-facf07e1249b" providerId="ADAL" clId="{490768D9-CA23-40A9-900B-5BCA97CA1137}" dt="2026-07-09T01:51:10.005" v="827" actId="478"/>
          <ac:spMkLst>
            <pc:docMk/>
            <pc:sldMk cId="4035781718" sldId="259"/>
            <ac:spMk id="5" creationId="{D09F2D04-F73F-4BAA-B56D-2958709FFCF5}"/>
          </ac:spMkLst>
        </pc:spChg>
        <pc:spChg chg="add del mod">
          <ac:chgData name="김건백" userId="da0e1cd9-2c5e-4228-8907-facf07e1249b" providerId="ADAL" clId="{490768D9-CA23-40A9-900B-5BCA97CA1137}" dt="2026-07-10T05:43:04.865" v="2275"/>
          <ac:spMkLst>
            <pc:docMk/>
            <pc:sldMk cId="4035781718" sldId="259"/>
            <ac:spMk id="6" creationId="{E21EAFFE-C2DA-40B2-B85C-DF37E54D4E60}"/>
          </ac:spMkLst>
        </pc:spChg>
        <pc:spChg chg="add del mod">
          <ac:chgData name="김건백" userId="da0e1cd9-2c5e-4228-8907-facf07e1249b" providerId="ADAL" clId="{490768D9-CA23-40A9-900B-5BCA97CA1137}" dt="2026-07-09T01:51:17.176" v="828" actId="478"/>
          <ac:spMkLst>
            <pc:docMk/>
            <pc:sldMk cId="4035781718" sldId="259"/>
            <ac:spMk id="8" creationId="{4EE81F45-1DB6-4946-BDBA-04EC09872F92}"/>
          </ac:spMkLst>
        </pc:spChg>
        <pc:spChg chg="add del mod">
          <ac:chgData name="김건백" userId="da0e1cd9-2c5e-4228-8907-facf07e1249b" providerId="ADAL" clId="{490768D9-CA23-40A9-900B-5BCA97CA1137}" dt="2026-07-09T01:53:24.542" v="1041" actId="478"/>
          <ac:spMkLst>
            <pc:docMk/>
            <pc:sldMk cId="4035781718" sldId="259"/>
            <ac:spMk id="9" creationId="{68C0AC0B-60D6-4D56-83DE-ED58A29E063C}"/>
          </ac:spMkLst>
        </pc:spChg>
        <pc:spChg chg="add mod">
          <ac:chgData name="김건백" userId="da0e1cd9-2c5e-4228-8907-facf07e1249b" providerId="ADAL" clId="{490768D9-CA23-40A9-900B-5BCA97CA1137}" dt="2026-07-10T05:44:22.169" v="2293" actId="3064"/>
          <ac:spMkLst>
            <pc:docMk/>
            <pc:sldMk cId="4035781718" sldId="259"/>
            <ac:spMk id="10" creationId="{D2D3F3CC-FF46-4C32-B30D-89EA36271807}"/>
          </ac:spMkLst>
        </pc:spChg>
        <pc:spChg chg="add del mod">
          <ac:chgData name="김건백" userId="da0e1cd9-2c5e-4228-8907-facf07e1249b" providerId="ADAL" clId="{490768D9-CA23-40A9-900B-5BCA97CA1137}" dt="2026-07-09T01:51:18.134" v="829"/>
          <ac:spMkLst>
            <pc:docMk/>
            <pc:sldMk cId="4035781718" sldId="259"/>
            <ac:spMk id="12" creationId="{69F9B687-2B65-4503-AFFE-7DAFAAE1C723}"/>
          </ac:spMkLst>
        </pc:spChg>
        <pc:spChg chg="add del mod">
          <ac:chgData name="김건백" userId="da0e1cd9-2c5e-4228-8907-facf07e1249b" providerId="ADAL" clId="{490768D9-CA23-40A9-900B-5BCA97CA1137}" dt="2026-07-09T01:53:05.176" v="1036" actId="478"/>
          <ac:spMkLst>
            <pc:docMk/>
            <pc:sldMk cId="4035781718" sldId="259"/>
            <ac:spMk id="13" creationId="{98050829-EA1B-4DB0-91AA-C9E303011056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14" creationId="{2AF02ABD-3BB2-40C0-BF20-EFC302D1EA4B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16" creationId="{2E8E5366-CA12-4422-B072-D50AC6DCA752}"/>
          </ac:spMkLst>
        </pc:spChg>
        <pc:spChg chg="add del mod">
          <ac:chgData name="김건백" userId="da0e1cd9-2c5e-4228-8907-facf07e1249b" providerId="ADAL" clId="{490768D9-CA23-40A9-900B-5BCA97CA1137}" dt="2026-07-09T01:54:23.765" v="1068" actId="478"/>
          <ac:spMkLst>
            <pc:docMk/>
            <pc:sldMk cId="4035781718" sldId="259"/>
            <ac:spMk id="18" creationId="{32DD1D68-97FF-4807-828D-ADA81A9AD409}"/>
          </ac:spMkLst>
        </pc:spChg>
        <pc:spChg chg="add del mod">
          <ac:chgData name="김건백" userId="da0e1cd9-2c5e-4228-8907-facf07e1249b" providerId="ADAL" clId="{490768D9-CA23-40A9-900B-5BCA97CA1137}" dt="2026-07-09T01:53:06.790" v="1037" actId="478"/>
          <ac:spMkLst>
            <pc:docMk/>
            <pc:sldMk cId="4035781718" sldId="259"/>
            <ac:spMk id="20" creationId="{773FE8F3-7D94-4071-8362-C67C06F9D633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21" creationId="{05679BD6-E4D7-493A-A567-AE2D662CD522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23" creationId="{8D4F82A0-DC5F-4E84-A962-6ED702C230D8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25" creationId="{45A3DE29-B0CA-4B94-B046-D556C0E1F8A2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26" creationId="{6A342755-DB1D-4F1D-9243-866B3AB8F084}"/>
          </ac:spMkLst>
        </pc:spChg>
        <pc:spChg chg="add mod">
          <ac:chgData name="김건백" userId="da0e1cd9-2c5e-4228-8907-facf07e1249b" providerId="ADAL" clId="{490768D9-CA23-40A9-900B-5BCA97CA1137}" dt="2026-07-10T05:45:18.094" v="2305" actId="1076"/>
          <ac:spMkLst>
            <pc:docMk/>
            <pc:sldMk cId="4035781718" sldId="259"/>
            <ac:spMk id="30" creationId="{0D66B2E4-8D0B-41F1-B6A4-EDCD693B1CAA}"/>
          </ac:spMkLst>
        </pc:spChg>
        <pc:spChg chg="add mod ord">
          <ac:chgData name="김건백" userId="da0e1cd9-2c5e-4228-8907-facf07e1249b" providerId="ADAL" clId="{490768D9-CA23-40A9-900B-5BCA97CA1137}" dt="2026-07-10T05:45:02.173" v="2303" actId="1076"/>
          <ac:spMkLst>
            <pc:docMk/>
            <pc:sldMk cId="4035781718" sldId="259"/>
            <ac:spMk id="31" creationId="{35C2381E-AD1E-4D99-B650-B86D8C664369}"/>
          </ac:spMkLst>
        </pc:spChg>
        <pc:spChg chg="add mod ord">
          <ac:chgData name="김건백" userId="da0e1cd9-2c5e-4228-8907-facf07e1249b" providerId="ADAL" clId="{490768D9-CA23-40A9-900B-5BCA97CA1137}" dt="2026-07-14T04:31:52.709" v="2906" actId="167"/>
          <ac:spMkLst>
            <pc:docMk/>
            <pc:sldMk cId="4035781718" sldId="259"/>
            <ac:spMk id="32" creationId="{7821053D-5C24-48D1-95EF-0D26AA8CFCD6}"/>
          </ac:spMkLst>
        </pc:spChg>
        <pc:cxnChg chg="add mod">
          <ac:chgData name="김건백" userId="da0e1cd9-2c5e-4228-8907-facf07e1249b" providerId="ADAL" clId="{490768D9-CA23-40A9-900B-5BCA97CA1137}" dt="2026-07-10T05:45:18.094" v="2305" actId="1076"/>
          <ac:cxnSpMkLst>
            <pc:docMk/>
            <pc:sldMk cId="4035781718" sldId="259"/>
            <ac:cxnSpMk id="7" creationId="{6C61AE70-243D-44FE-8B3B-8A3A237B8C5D}"/>
          </ac:cxnSpMkLst>
        </pc:cxnChg>
        <pc:cxnChg chg="add mod">
          <ac:chgData name="김건백" userId="da0e1cd9-2c5e-4228-8907-facf07e1249b" providerId="ADAL" clId="{490768D9-CA23-40A9-900B-5BCA97CA1137}" dt="2026-07-10T05:45:18.094" v="2305" actId="1076"/>
          <ac:cxnSpMkLst>
            <pc:docMk/>
            <pc:sldMk cId="4035781718" sldId="259"/>
            <ac:cxnSpMk id="15" creationId="{492EE98E-2CDC-40AC-96B8-F5146EF0CD5C}"/>
          </ac:cxnSpMkLst>
        </pc:cxnChg>
        <pc:cxnChg chg="add del mod">
          <ac:chgData name="김건백" userId="da0e1cd9-2c5e-4228-8907-facf07e1249b" providerId="ADAL" clId="{490768D9-CA23-40A9-900B-5BCA97CA1137}" dt="2026-07-09T01:54:23.765" v="1068" actId="478"/>
          <ac:cxnSpMkLst>
            <pc:docMk/>
            <pc:sldMk cId="4035781718" sldId="259"/>
            <ac:cxnSpMk id="17" creationId="{31107408-A13B-4899-9E93-60FC5BBBC493}"/>
          </ac:cxnSpMkLst>
        </pc:cxnChg>
        <pc:cxnChg chg="add mod">
          <ac:chgData name="김건백" userId="da0e1cd9-2c5e-4228-8907-facf07e1249b" providerId="ADAL" clId="{490768D9-CA23-40A9-900B-5BCA97CA1137}" dt="2026-07-10T05:45:18.094" v="2305" actId="1076"/>
          <ac:cxnSpMkLst>
            <pc:docMk/>
            <pc:sldMk cId="4035781718" sldId="259"/>
            <ac:cxnSpMk id="22" creationId="{CFC0B5A9-BEC9-4ED2-B07E-A2A60DF7842E}"/>
          </ac:cxnSpMkLst>
        </pc:cxnChg>
        <pc:cxnChg chg="add mod">
          <ac:chgData name="김건백" userId="da0e1cd9-2c5e-4228-8907-facf07e1249b" providerId="ADAL" clId="{490768D9-CA23-40A9-900B-5BCA97CA1137}" dt="2026-07-10T05:45:18.094" v="2305" actId="1076"/>
          <ac:cxnSpMkLst>
            <pc:docMk/>
            <pc:sldMk cId="4035781718" sldId="259"/>
            <ac:cxnSpMk id="24" creationId="{2707A570-88BB-4369-AF67-3AF2E4DB2F04}"/>
          </ac:cxnSpMkLst>
        </pc:cxnChg>
        <pc:cxnChg chg="add mod">
          <ac:chgData name="김건백" userId="da0e1cd9-2c5e-4228-8907-facf07e1249b" providerId="ADAL" clId="{490768D9-CA23-40A9-900B-5BCA97CA1137}" dt="2026-07-10T05:45:18.094" v="2305" actId="1076"/>
          <ac:cxnSpMkLst>
            <pc:docMk/>
            <pc:sldMk cId="4035781718" sldId="259"/>
            <ac:cxnSpMk id="28" creationId="{EC8BE169-9C78-492E-A1AD-3E4DFC3B8D2C}"/>
          </ac:cxnSpMkLst>
        </pc:cxnChg>
      </pc:sldChg>
      <pc:sldChg chg="addSp delSp modSp add">
        <pc:chgData name="김건백" userId="da0e1cd9-2c5e-4228-8907-facf07e1249b" providerId="ADAL" clId="{490768D9-CA23-40A9-900B-5BCA97CA1137}" dt="2026-07-14T04:09:11.619" v="2342"/>
        <pc:sldMkLst>
          <pc:docMk/>
          <pc:sldMk cId="4065270332" sldId="260"/>
        </pc:sldMkLst>
        <pc:spChg chg="mod">
          <ac:chgData name="김건백" userId="da0e1cd9-2c5e-4228-8907-facf07e1249b" providerId="ADAL" clId="{490768D9-CA23-40A9-900B-5BCA97CA1137}" dt="2026-07-14T04:09:11.619" v="2342"/>
          <ac:spMkLst>
            <pc:docMk/>
            <pc:sldMk cId="4065270332" sldId="260"/>
            <ac:spMk id="2" creationId="{EAF617DC-9344-4F15-A35A-4FBD4FB5E5DD}"/>
          </ac:spMkLst>
        </pc:spChg>
        <pc:spChg chg="add mod">
          <ac:chgData name="김건백" userId="da0e1cd9-2c5e-4228-8907-facf07e1249b" providerId="ADAL" clId="{490768D9-CA23-40A9-900B-5BCA97CA1137}" dt="2026-07-10T05:45:28.192" v="2308" actId="12"/>
          <ac:spMkLst>
            <pc:docMk/>
            <pc:sldMk cId="4065270332" sldId="260"/>
            <ac:spMk id="4" creationId="{4B8543A2-40E1-4287-8F80-84441D89FEFA}"/>
          </ac:spMkLst>
        </pc:spChg>
        <pc:spChg chg="del">
          <ac:chgData name="김건백" userId="da0e1cd9-2c5e-4228-8907-facf07e1249b" providerId="ADAL" clId="{490768D9-CA23-40A9-900B-5BCA97CA1137}" dt="2026-07-09T01:42:38.971" v="398" actId="478"/>
          <ac:spMkLst>
            <pc:docMk/>
            <pc:sldMk cId="4065270332" sldId="260"/>
            <ac:spMk id="5" creationId="{D09F2D04-F73F-4BAA-B56D-2958709FFCF5}"/>
          </ac:spMkLst>
        </pc:spChg>
        <pc:spChg chg="add del mod">
          <ac:chgData name="김건백" userId="da0e1cd9-2c5e-4228-8907-facf07e1249b" providerId="ADAL" clId="{490768D9-CA23-40A9-900B-5BCA97CA1137}" dt="2026-07-09T01:43:07.763" v="516"/>
          <ac:spMkLst>
            <pc:docMk/>
            <pc:sldMk cId="4065270332" sldId="260"/>
            <ac:spMk id="6" creationId="{EBA545DF-58AA-4FCF-BE60-348C340F2F9A}"/>
          </ac:spMkLst>
        </pc:spChg>
        <pc:spChg chg="add del mod">
          <ac:chgData name="김건백" userId="da0e1cd9-2c5e-4228-8907-facf07e1249b" providerId="ADAL" clId="{490768D9-CA23-40A9-900B-5BCA97CA1137}" dt="2026-07-09T01:43:07.763" v="516"/>
          <ac:spMkLst>
            <pc:docMk/>
            <pc:sldMk cId="4065270332" sldId="260"/>
            <ac:spMk id="8" creationId="{CCDD36AC-5B97-4E7F-B975-A02F94A3F068}"/>
          </ac:spMkLst>
        </pc:spChg>
        <pc:spChg chg="add del mod ord">
          <ac:chgData name="김건백" userId="da0e1cd9-2c5e-4228-8907-facf07e1249b" providerId="ADAL" clId="{490768D9-CA23-40A9-900B-5BCA97CA1137}" dt="2026-07-09T01:48:48.329" v="763" actId="478"/>
          <ac:spMkLst>
            <pc:docMk/>
            <pc:sldMk cId="4065270332" sldId="260"/>
            <ac:spMk id="9" creationId="{45B52D37-F98D-4C91-9D8F-40ADEF463DBA}"/>
          </ac:spMkLst>
        </pc:spChg>
        <pc:spChg chg="add del mod">
          <ac:chgData name="김건백" userId="da0e1cd9-2c5e-4228-8907-facf07e1249b" providerId="ADAL" clId="{490768D9-CA23-40A9-900B-5BCA97CA1137}" dt="2026-07-09T01:44:33.747" v="609"/>
          <ac:spMkLst>
            <pc:docMk/>
            <pc:sldMk cId="4065270332" sldId="260"/>
            <ac:spMk id="10" creationId="{33AA269A-CF7D-46B3-B854-A3648D985E8A}"/>
          </ac:spMkLst>
        </pc:spChg>
        <pc:spChg chg="add mod">
          <ac:chgData name="김건백" userId="da0e1cd9-2c5e-4228-8907-facf07e1249b" providerId="ADAL" clId="{490768D9-CA23-40A9-900B-5BCA97CA1137}" dt="2026-07-10T05:45:43.234" v="2311" actId="1076"/>
          <ac:spMkLst>
            <pc:docMk/>
            <pc:sldMk cId="4065270332" sldId="260"/>
            <ac:spMk id="11" creationId="{A3AE5A03-BD83-4E97-83B2-C5C63BE2BC9A}"/>
          </ac:spMkLst>
        </pc:spChg>
        <pc:spChg chg="add mod">
          <ac:chgData name="김건백" userId="da0e1cd9-2c5e-4228-8907-facf07e1249b" providerId="ADAL" clId="{490768D9-CA23-40A9-900B-5BCA97CA1137}" dt="2026-07-10T05:45:43.234" v="2311" actId="1076"/>
          <ac:spMkLst>
            <pc:docMk/>
            <pc:sldMk cId="4065270332" sldId="260"/>
            <ac:spMk id="12" creationId="{6C37AC6F-23B9-4DAB-B57F-A5F2BA135551}"/>
          </ac:spMkLst>
        </pc:spChg>
        <pc:spChg chg="add mod">
          <ac:chgData name="김건백" userId="da0e1cd9-2c5e-4228-8907-facf07e1249b" providerId="ADAL" clId="{490768D9-CA23-40A9-900B-5BCA97CA1137}" dt="2026-07-09T04:36:20.378" v="1945" actId="1076"/>
          <ac:spMkLst>
            <pc:docMk/>
            <pc:sldMk cId="4065270332" sldId="260"/>
            <ac:spMk id="13" creationId="{467CBD38-44EA-4B1E-8E71-BD09DAC7F593}"/>
          </ac:spMkLst>
        </pc:spChg>
        <pc:spChg chg="add mod">
          <ac:chgData name="김건백" userId="da0e1cd9-2c5e-4228-8907-facf07e1249b" providerId="ADAL" clId="{490768D9-CA23-40A9-900B-5BCA97CA1137}" dt="2026-07-09T04:36:20.378" v="1945" actId="1076"/>
          <ac:spMkLst>
            <pc:docMk/>
            <pc:sldMk cId="4065270332" sldId="260"/>
            <ac:spMk id="14" creationId="{9145B3FE-B13A-487A-8F63-4A4F4302598F}"/>
          </ac:spMkLst>
        </pc:spChg>
        <pc:spChg chg="add mod">
          <ac:chgData name="김건백" userId="da0e1cd9-2c5e-4228-8907-facf07e1249b" providerId="ADAL" clId="{490768D9-CA23-40A9-900B-5BCA97CA1137}" dt="2026-07-10T05:45:46.437" v="2312" actId="1076"/>
          <ac:spMkLst>
            <pc:docMk/>
            <pc:sldMk cId="4065270332" sldId="260"/>
            <ac:spMk id="15" creationId="{C7657A5B-1884-4ADF-9175-5657FC8B7AE4}"/>
          </ac:spMkLst>
        </pc:spChg>
        <pc:spChg chg="add del mod">
          <ac:chgData name="김건백" userId="da0e1cd9-2c5e-4228-8907-facf07e1249b" providerId="ADAL" clId="{490768D9-CA23-40A9-900B-5BCA97CA1137}" dt="2026-07-09T01:46:40.445" v="679" actId="478"/>
          <ac:spMkLst>
            <pc:docMk/>
            <pc:sldMk cId="4065270332" sldId="260"/>
            <ac:spMk id="16" creationId="{CC4A8C01-C6CE-4F0E-BF24-9687E316DFB2}"/>
          </ac:spMkLst>
        </pc:spChg>
        <pc:spChg chg="add mod">
          <ac:chgData name="김건백" userId="da0e1cd9-2c5e-4228-8907-facf07e1249b" providerId="ADAL" clId="{490768D9-CA23-40A9-900B-5BCA97CA1137}" dt="2026-07-10T05:45:43.234" v="2311" actId="1076"/>
          <ac:spMkLst>
            <pc:docMk/>
            <pc:sldMk cId="4065270332" sldId="260"/>
            <ac:spMk id="17" creationId="{093E0748-D6FE-4482-A2A2-B369A767564B}"/>
          </ac:spMkLst>
        </pc:spChg>
        <pc:spChg chg="add mod">
          <ac:chgData name="김건백" userId="da0e1cd9-2c5e-4228-8907-facf07e1249b" providerId="ADAL" clId="{490768D9-CA23-40A9-900B-5BCA97CA1137}" dt="2026-07-09T04:53:03.767" v="2184" actId="465"/>
          <ac:spMkLst>
            <pc:docMk/>
            <pc:sldMk cId="4065270332" sldId="260"/>
            <ac:spMk id="18" creationId="{8C18AA3F-A257-4C2E-BDB7-67166B153A32}"/>
          </ac:spMkLst>
        </pc:spChg>
        <pc:spChg chg="add mod">
          <ac:chgData name="김건백" userId="da0e1cd9-2c5e-4228-8907-facf07e1249b" providerId="ADAL" clId="{490768D9-CA23-40A9-900B-5BCA97CA1137}" dt="2026-07-10T05:45:46.437" v="2312" actId="1076"/>
          <ac:spMkLst>
            <pc:docMk/>
            <pc:sldMk cId="4065270332" sldId="260"/>
            <ac:spMk id="19" creationId="{BA80A19D-4516-48CF-BE87-F1B05FDA150C}"/>
          </ac:spMkLst>
        </pc:spChg>
        <pc:spChg chg="add mod">
          <ac:chgData name="김건백" userId="da0e1cd9-2c5e-4228-8907-facf07e1249b" providerId="ADAL" clId="{490768D9-CA23-40A9-900B-5BCA97CA1137}" dt="2026-07-10T05:45:52.183" v="2313" actId="1076"/>
          <ac:spMkLst>
            <pc:docMk/>
            <pc:sldMk cId="4065270332" sldId="260"/>
            <ac:spMk id="20" creationId="{BA0F7D48-50CA-48B7-BB3F-1E79F3AC4A34}"/>
          </ac:spMkLst>
        </pc:spChg>
        <pc:spChg chg="add mod">
          <ac:chgData name="김건백" userId="da0e1cd9-2c5e-4228-8907-facf07e1249b" providerId="ADAL" clId="{490768D9-CA23-40A9-900B-5BCA97CA1137}" dt="2026-07-10T05:45:52.183" v="2313" actId="1076"/>
          <ac:spMkLst>
            <pc:docMk/>
            <pc:sldMk cId="4065270332" sldId="260"/>
            <ac:spMk id="21" creationId="{8B34A564-C8E4-473F-A56E-FC7AC9085F23}"/>
          </ac:spMkLst>
        </pc:spChg>
        <pc:spChg chg="add mod ord">
          <ac:chgData name="김건백" userId="da0e1cd9-2c5e-4228-8907-facf07e1249b" providerId="ADAL" clId="{490768D9-CA23-40A9-900B-5BCA97CA1137}" dt="2026-07-10T05:40:05.314" v="2225" actId="108"/>
          <ac:spMkLst>
            <pc:docMk/>
            <pc:sldMk cId="4065270332" sldId="260"/>
            <ac:spMk id="22" creationId="{FCCCBA00-516E-4ACE-8AAD-BDF480E6ABBD}"/>
          </ac:spMkLst>
        </pc:spChg>
        <pc:spChg chg="add mod ord">
          <ac:chgData name="김건백" userId="da0e1cd9-2c5e-4228-8907-facf07e1249b" providerId="ADAL" clId="{490768D9-CA23-40A9-900B-5BCA97CA1137}" dt="2026-07-10T05:40:01.014" v="2224" actId="1076"/>
          <ac:spMkLst>
            <pc:docMk/>
            <pc:sldMk cId="4065270332" sldId="260"/>
            <ac:spMk id="23" creationId="{54FF0BA9-8187-46C6-9657-14D1A9F2D7DB}"/>
          </ac:spMkLst>
        </pc:spChg>
        <pc:cxnChg chg="del">
          <ac:chgData name="김건백" userId="da0e1cd9-2c5e-4228-8907-facf07e1249b" providerId="ADAL" clId="{490768D9-CA23-40A9-900B-5BCA97CA1137}" dt="2026-07-09T01:42:42.212" v="399" actId="478"/>
          <ac:cxnSpMkLst>
            <pc:docMk/>
            <pc:sldMk cId="4065270332" sldId="260"/>
            <ac:cxnSpMk id="7" creationId="{6C61AE70-243D-44FE-8B3B-8A3A237B8C5D}"/>
          </ac:cxnSpMkLst>
        </pc:cxnChg>
      </pc:sldChg>
      <pc:sldChg chg="addSp delSp modSp add">
        <pc:chgData name="김건백" userId="da0e1cd9-2c5e-4228-8907-facf07e1249b" providerId="ADAL" clId="{490768D9-CA23-40A9-900B-5BCA97CA1137}" dt="2026-07-14T04:09:20.292" v="2351"/>
        <pc:sldMkLst>
          <pc:docMk/>
          <pc:sldMk cId="1841116993" sldId="264"/>
        </pc:sldMkLst>
        <pc:spChg chg="mod">
          <ac:chgData name="김건백" userId="da0e1cd9-2c5e-4228-8907-facf07e1249b" providerId="ADAL" clId="{490768D9-CA23-40A9-900B-5BCA97CA1137}" dt="2026-07-14T04:09:20.292" v="2351"/>
          <ac:spMkLst>
            <pc:docMk/>
            <pc:sldMk cId="1841116993" sldId="264"/>
            <ac:spMk id="2" creationId="{EAF617DC-9344-4F15-A35A-4FBD4FB5E5DD}"/>
          </ac:spMkLst>
        </pc:spChg>
        <pc:spChg chg="mod">
          <ac:chgData name="김건백" userId="da0e1cd9-2c5e-4228-8907-facf07e1249b" providerId="ADAL" clId="{490768D9-CA23-40A9-900B-5BCA97CA1137}" dt="2026-07-10T05:46:43.104" v="2322" actId="108"/>
          <ac:spMkLst>
            <pc:docMk/>
            <pc:sldMk cId="1841116993" sldId="264"/>
            <ac:spMk id="5" creationId="{904B22E0-88BB-465B-8363-C5D968573439}"/>
          </ac:spMkLst>
        </pc:spChg>
        <pc:spChg chg="mod">
          <ac:chgData name="김건백" userId="da0e1cd9-2c5e-4228-8907-facf07e1249b" providerId="ADAL" clId="{490768D9-CA23-40A9-900B-5BCA97CA1137}" dt="2026-07-10T05:46:38.981" v="2321" actId="108"/>
          <ac:spMkLst>
            <pc:docMk/>
            <pc:sldMk cId="1841116993" sldId="264"/>
            <ac:spMk id="6" creationId="{88E83E8A-539D-4C36-AC1F-83626AC184E5}"/>
          </ac:spMkLst>
        </pc:spChg>
        <pc:spChg chg="mod">
          <ac:chgData name="김건백" userId="da0e1cd9-2c5e-4228-8907-facf07e1249b" providerId="ADAL" clId="{490768D9-CA23-40A9-900B-5BCA97CA1137}" dt="2026-07-09T02:03:53.370" v="1577"/>
          <ac:spMkLst>
            <pc:docMk/>
            <pc:sldMk cId="1841116993" sldId="264"/>
            <ac:spMk id="8" creationId="{04FCA04D-2D66-4EB3-A57F-1388D4B14EB6}"/>
          </ac:spMkLst>
        </pc:spChg>
        <pc:spChg chg="mod">
          <ac:chgData name="김건백" userId="da0e1cd9-2c5e-4228-8907-facf07e1249b" providerId="ADAL" clId="{490768D9-CA23-40A9-900B-5BCA97CA1137}" dt="2026-07-10T05:46:27.141" v="2316" actId="207"/>
          <ac:spMkLst>
            <pc:docMk/>
            <pc:sldMk cId="1841116993" sldId="264"/>
            <ac:spMk id="10" creationId="{D2D3F3CC-FF46-4C32-B30D-89EA36271807}"/>
          </ac:spMkLst>
        </pc:spChg>
        <pc:spChg chg="mod">
          <ac:chgData name="김건백" userId="da0e1cd9-2c5e-4228-8907-facf07e1249b" providerId="ADAL" clId="{490768D9-CA23-40A9-900B-5BCA97CA1137}" dt="2026-07-09T02:04:21.312" v="1586" actId="1076"/>
          <ac:spMkLst>
            <pc:docMk/>
            <pc:sldMk cId="1841116993" sldId="264"/>
            <ac:spMk id="16" creationId="{2E8E5366-CA12-4422-B072-D50AC6DCA752}"/>
          </ac:spMkLst>
        </pc:spChg>
        <pc:spChg chg="mod">
          <ac:chgData name="김건백" userId="da0e1cd9-2c5e-4228-8907-facf07e1249b" providerId="ADAL" clId="{490768D9-CA23-40A9-900B-5BCA97CA1137}" dt="2026-07-09T04:45:00.209" v="2098" actId="1076"/>
          <ac:spMkLst>
            <pc:docMk/>
            <pc:sldMk cId="1841116993" sldId="264"/>
            <ac:spMk id="26" creationId="{6A342755-DB1D-4F1D-9243-866B3AB8F084}"/>
          </ac:spMkLst>
        </pc:spChg>
        <pc:spChg chg="mod">
          <ac:chgData name="김건백" userId="da0e1cd9-2c5e-4228-8907-facf07e1249b" providerId="ADAL" clId="{490768D9-CA23-40A9-900B-5BCA97CA1137}" dt="2026-07-09T02:04:24.575" v="1587" actId="1076"/>
          <ac:spMkLst>
            <pc:docMk/>
            <pc:sldMk cId="1841116993" sldId="264"/>
            <ac:spMk id="30" creationId="{0D66B2E4-8D0B-41F1-B6A4-EDCD693B1CAA}"/>
          </ac:spMkLst>
        </pc:spChg>
        <pc:cxnChg chg="ord">
          <ac:chgData name="김건백" userId="da0e1cd9-2c5e-4228-8907-facf07e1249b" providerId="ADAL" clId="{490768D9-CA23-40A9-900B-5BCA97CA1137}" dt="2026-07-09T02:04:17.013" v="1584" actId="166"/>
          <ac:cxnSpMkLst>
            <pc:docMk/>
            <pc:sldMk cId="1841116993" sldId="264"/>
            <ac:cxnSpMk id="7" creationId="{6C61AE70-243D-44FE-8B3B-8A3A237B8C5D}"/>
          </ac:cxnSpMkLst>
        </pc:cxnChg>
        <pc:cxnChg chg="add del mod">
          <ac:chgData name="김건백" userId="da0e1cd9-2c5e-4228-8907-facf07e1249b" providerId="ADAL" clId="{490768D9-CA23-40A9-900B-5BCA97CA1137}" dt="2026-07-09T02:04:12.656" v="1583" actId="1076"/>
          <ac:cxnSpMkLst>
            <pc:docMk/>
            <pc:sldMk cId="1841116993" sldId="264"/>
            <ac:cxnSpMk id="15" creationId="{492EE98E-2CDC-40AC-96B8-F5146EF0CD5C}"/>
          </ac:cxnSpMkLst>
        </pc:cxnChg>
        <pc:cxnChg chg="del">
          <ac:chgData name="김건백" userId="da0e1cd9-2c5e-4228-8907-facf07e1249b" providerId="ADAL" clId="{490768D9-CA23-40A9-900B-5BCA97CA1137}" dt="2026-07-09T02:04:18.845" v="1585" actId="478"/>
          <ac:cxnSpMkLst>
            <pc:docMk/>
            <pc:sldMk cId="1841116993" sldId="264"/>
            <ac:cxnSpMk id="17" creationId="{E0948E4A-8DE7-43B4-AAAB-D1E2996C206F}"/>
          </ac:cxnSpMkLst>
        </pc:cxnChg>
        <pc:cxnChg chg="add del">
          <ac:chgData name="김건백" userId="da0e1cd9-2c5e-4228-8907-facf07e1249b" providerId="ADAL" clId="{490768D9-CA23-40A9-900B-5BCA97CA1137}" dt="2026-07-09T02:04:09.739" v="1582" actId="478"/>
          <ac:cxnSpMkLst>
            <pc:docMk/>
            <pc:sldMk cId="1841116993" sldId="264"/>
            <ac:cxnSpMk id="18" creationId="{66133D1F-57A8-4E12-98C2-2C000932B709}"/>
          </ac:cxnSpMkLst>
        </pc:cxnChg>
      </pc:sldChg>
      <pc:sldChg chg="modSp add setBg">
        <pc:chgData name="김건백" userId="da0e1cd9-2c5e-4228-8907-facf07e1249b" providerId="ADAL" clId="{490768D9-CA23-40A9-900B-5BCA97CA1137}" dt="2026-07-14T04:09:17.140" v="2348"/>
        <pc:sldMkLst>
          <pc:docMk/>
          <pc:sldMk cId="2392704300" sldId="265"/>
        </pc:sldMkLst>
        <pc:spChg chg="mod">
          <ac:chgData name="김건백" userId="da0e1cd9-2c5e-4228-8907-facf07e1249b" providerId="ADAL" clId="{490768D9-CA23-40A9-900B-5BCA97CA1137}" dt="2026-07-14T04:09:17.140" v="2348"/>
          <ac:spMkLst>
            <pc:docMk/>
            <pc:sldMk cId="2392704300" sldId="265"/>
            <ac:spMk id="2" creationId="{EAF617DC-9344-4F15-A35A-4FBD4FB5E5DD}"/>
          </ac:spMkLst>
        </pc:spChg>
        <pc:spChg chg="mod ord">
          <ac:chgData name="김건백" userId="da0e1cd9-2c5e-4228-8907-facf07e1249b" providerId="ADAL" clId="{490768D9-CA23-40A9-900B-5BCA97CA1137}" dt="2026-07-10T05:45:59.500" v="2314" actId="108"/>
          <ac:spMkLst>
            <pc:docMk/>
            <pc:sldMk cId="2392704300" sldId="265"/>
            <ac:spMk id="5" creationId="{904B22E0-88BB-465B-8363-C5D968573439}"/>
          </ac:spMkLst>
        </pc:spChg>
        <pc:spChg chg="mod">
          <ac:chgData name="김건백" userId="da0e1cd9-2c5e-4228-8907-facf07e1249b" providerId="ADAL" clId="{490768D9-CA23-40A9-900B-5BCA97CA1137}" dt="2026-07-09T04:54:57.813" v="2207" actId="404"/>
          <ac:spMkLst>
            <pc:docMk/>
            <pc:sldMk cId="2392704300" sldId="265"/>
            <ac:spMk id="6" creationId="{88E83E8A-539D-4C36-AC1F-83626AC184E5}"/>
          </ac:spMkLst>
        </pc:spChg>
        <pc:spChg chg="mod">
          <ac:chgData name="김건백" userId="da0e1cd9-2c5e-4228-8907-facf07e1249b" providerId="ADAL" clId="{490768D9-CA23-40A9-900B-5BCA97CA1137}" dt="2026-07-09T04:54:36.648" v="2201" actId="2710"/>
          <ac:spMkLst>
            <pc:docMk/>
            <pc:sldMk cId="2392704300" sldId="265"/>
            <ac:spMk id="8" creationId="{04FCA04D-2D66-4EB3-A57F-1388D4B14EB6}"/>
          </ac:spMkLst>
        </pc:spChg>
        <pc:spChg chg="mod">
          <ac:chgData name="김건백" userId="da0e1cd9-2c5e-4228-8907-facf07e1249b" providerId="ADAL" clId="{490768D9-CA23-40A9-900B-5BCA97CA1137}" dt="2026-07-09T04:54:50.073" v="2205" actId="14100"/>
          <ac:spMkLst>
            <pc:docMk/>
            <pc:sldMk cId="2392704300" sldId="265"/>
            <ac:spMk id="10" creationId="{D2D3F3CC-FF46-4C32-B30D-89EA36271807}"/>
          </ac:spMkLst>
        </pc:spChg>
        <pc:cxnChg chg="mod">
          <ac:chgData name="김건백" userId="da0e1cd9-2c5e-4228-8907-facf07e1249b" providerId="ADAL" clId="{490768D9-CA23-40A9-900B-5BCA97CA1137}" dt="2026-07-09T02:04:43.978" v="1590" actId="208"/>
          <ac:cxnSpMkLst>
            <pc:docMk/>
            <pc:sldMk cId="2392704300" sldId="265"/>
            <ac:cxnSpMk id="17" creationId="{E0948E4A-8DE7-43B4-AAAB-D1E2996C206F}"/>
          </ac:cxnSpMkLst>
        </pc:cxnChg>
        <pc:cxnChg chg="mod">
          <ac:chgData name="김건백" userId="da0e1cd9-2c5e-4228-8907-facf07e1249b" providerId="ADAL" clId="{490768D9-CA23-40A9-900B-5BCA97CA1137}" dt="2026-07-09T02:04:43.978" v="1590" actId="208"/>
          <ac:cxnSpMkLst>
            <pc:docMk/>
            <pc:sldMk cId="2392704300" sldId="265"/>
            <ac:cxnSpMk id="18" creationId="{66133D1F-57A8-4E12-98C2-2C000932B709}"/>
          </ac:cxnSpMkLst>
        </pc:cxnChg>
      </pc:sldChg>
      <pc:sldChg chg="addSp delSp modSp add">
        <pc:chgData name="김건백" userId="da0e1cd9-2c5e-4228-8907-facf07e1249b" providerId="ADAL" clId="{490768D9-CA23-40A9-900B-5BCA97CA1137}" dt="2026-08-07T02:22:54.352" v="7289" actId="1076"/>
        <pc:sldMkLst>
          <pc:docMk/>
          <pc:sldMk cId="1296815166" sldId="266"/>
        </pc:sldMkLst>
        <pc:spChg chg="mod">
          <ac:chgData name="김건백" userId="da0e1cd9-2c5e-4228-8907-facf07e1249b" providerId="ADAL" clId="{490768D9-CA23-40A9-900B-5BCA97CA1137}" dt="2026-07-14T04:09:22.923" v="2354"/>
          <ac:spMkLst>
            <pc:docMk/>
            <pc:sldMk cId="1296815166" sldId="266"/>
            <ac:spMk id="2" creationId="{EAF617DC-9344-4F15-A35A-4FBD4FB5E5DD}"/>
          </ac:spMkLst>
        </pc:spChg>
        <pc:spChg chg="add del mod">
          <ac:chgData name="김건백" userId="da0e1cd9-2c5e-4228-8907-facf07e1249b" providerId="ADAL" clId="{490768D9-CA23-40A9-900B-5BCA97CA1137}" dt="2026-07-09T04:24:32.820" v="1599"/>
          <ac:spMkLst>
            <pc:docMk/>
            <pc:sldMk cId="1296815166" sldId="266"/>
            <ac:spMk id="4" creationId="{61AD8CAE-6FEF-4C22-8872-E1DC166E77BC}"/>
          </ac:spMkLst>
        </pc:spChg>
        <pc:spChg chg="del">
          <ac:chgData name="김건백" userId="da0e1cd9-2c5e-4228-8907-facf07e1249b" providerId="ADAL" clId="{490768D9-CA23-40A9-900B-5BCA97CA1137}" dt="2026-07-09T04:23:03.221" v="1596" actId="478"/>
          <ac:spMkLst>
            <pc:docMk/>
            <pc:sldMk cId="1296815166" sldId="266"/>
            <ac:spMk id="5" creationId="{904B22E0-88BB-465B-8363-C5D968573439}"/>
          </ac:spMkLst>
        </pc:spChg>
        <pc:spChg chg="del">
          <ac:chgData name="김건백" userId="da0e1cd9-2c5e-4228-8907-facf07e1249b" providerId="ADAL" clId="{490768D9-CA23-40A9-900B-5BCA97CA1137}" dt="2026-07-09T04:23:03.221" v="1596" actId="478"/>
          <ac:spMkLst>
            <pc:docMk/>
            <pc:sldMk cId="1296815166" sldId="266"/>
            <ac:spMk id="6" creationId="{88E83E8A-539D-4C36-AC1F-83626AC184E5}"/>
          </ac:spMkLst>
        </pc:spChg>
        <pc:spChg chg="del">
          <ac:chgData name="김건백" userId="da0e1cd9-2c5e-4228-8907-facf07e1249b" providerId="ADAL" clId="{490768D9-CA23-40A9-900B-5BCA97CA1137}" dt="2026-07-09T04:23:03.221" v="1596" actId="478"/>
          <ac:spMkLst>
            <pc:docMk/>
            <pc:sldMk cId="1296815166" sldId="266"/>
            <ac:spMk id="8" creationId="{04FCA04D-2D66-4EB3-A57F-1388D4B14EB6}"/>
          </ac:spMkLst>
        </pc:spChg>
        <pc:spChg chg="add del mod">
          <ac:chgData name="김건백" userId="da0e1cd9-2c5e-4228-8907-facf07e1249b" providerId="ADAL" clId="{490768D9-CA23-40A9-900B-5BCA97CA1137}" dt="2026-07-09T04:24:54.415" v="1604" actId="478"/>
          <ac:spMkLst>
            <pc:docMk/>
            <pc:sldMk cId="1296815166" sldId="266"/>
            <ac:spMk id="9" creationId="{9799C235-EE76-4B44-AAD0-7613A3D5AD7A}"/>
          </ac:spMkLst>
        </pc:spChg>
        <pc:spChg chg="del mod">
          <ac:chgData name="김건백" userId="da0e1cd9-2c5e-4228-8907-facf07e1249b" providerId="ADAL" clId="{490768D9-CA23-40A9-900B-5BCA97CA1137}" dt="2026-07-09T04:24:30.023" v="1598" actId="478"/>
          <ac:spMkLst>
            <pc:docMk/>
            <pc:sldMk cId="1296815166" sldId="266"/>
            <ac:spMk id="10" creationId="{D2D3F3CC-FF46-4C32-B30D-89EA36271807}"/>
          </ac:spMkLst>
        </pc:spChg>
        <pc:spChg chg="add mod">
          <ac:chgData name="김건백" userId="da0e1cd9-2c5e-4228-8907-facf07e1249b" providerId="ADAL" clId="{490768D9-CA23-40A9-900B-5BCA97CA1137}" dt="2026-07-10T05:48:10.270" v="2338" actId="113"/>
          <ac:spMkLst>
            <pc:docMk/>
            <pc:sldMk cId="1296815166" sldId="266"/>
            <ac:spMk id="11" creationId="{AAC11149-29EA-4B8B-B59C-858E032EC17D}"/>
          </ac:spMkLst>
        </pc:spChg>
        <pc:spChg chg="del">
          <ac:chgData name="김건백" userId="da0e1cd9-2c5e-4228-8907-facf07e1249b" providerId="ADAL" clId="{490768D9-CA23-40A9-900B-5BCA97CA1137}" dt="2026-07-09T04:24:30.023" v="1598" actId="478"/>
          <ac:spMkLst>
            <pc:docMk/>
            <pc:sldMk cId="1296815166" sldId="266"/>
            <ac:spMk id="14" creationId="{2AF02ABD-3BB2-40C0-BF20-EFC302D1EA4B}"/>
          </ac:spMkLst>
        </pc:spChg>
        <pc:spChg chg="del">
          <ac:chgData name="김건백" userId="da0e1cd9-2c5e-4228-8907-facf07e1249b" providerId="ADAL" clId="{490768D9-CA23-40A9-900B-5BCA97CA1137}" dt="2026-07-09T04:24:30.023" v="1598" actId="478"/>
          <ac:spMkLst>
            <pc:docMk/>
            <pc:sldMk cId="1296815166" sldId="266"/>
            <ac:spMk id="16" creationId="{2E8E5366-CA12-4422-B072-D50AC6DCA752}"/>
          </ac:spMkLst>
        </pc:spChg>
        <pc:spChg chg="add mod topLvl">
          <ac:chgData name="김건백" userId="da0e1cd9-2c5e-4228-8907-facf07e1249b" providerId="ADAL" clId="{490768D9-CA23-40A9-900B-5BCA97CA1137}" dt="2026-08-07T02:22:34.107" v="7280" actId="165"/>
          <ac:spMkLst>
            <pc:docMk/>
            <pc:sldMk cId="1296815166" sldId="266"/>
            <ac:spMk id="17" creationId="{76188A41-6C3A-43B4-A5E0-1ACDF6397C55}"/>
          </ac:spMkLst>
        </pc:spChg>
        <pc:spChg chg="del">
          <ac:chgData name="김건백" userId="da0e1cd9-2c5e-4228-8907-facf07e1249b" providerId="ADAL" clId="{490768D9-CA23-40A9-900B-5BCA97CA1137}" dt="2026-07-09T04:24:30.023" v="1598" actId="478"/>
          <ac:spMkLst>
            <pc:docMk/>
            <pc:sldMk cId="1296815166" sldId="266"/>
            <ac:spMk id="26" creationId="{6A342755-DB1D-4F1D-9243-866B3AB8F084}"/>
          </ac:spMkLst>
        </pc:spChg>
        <pc:spChg chg="del">
          <ac:chgData name="김건백" userId="da0e1cd9-2c5e-4228-8907-facf07e1249b" providerId="ADAL" clId="{490768D9-CA23-40A9-900B-5BCA97CA1137}" dt="2026-07-09T04:24:30.023" v="1598" actId="478"/>
          <ac:spMkLst>
            <pc:docMk/>
            <pc:sldMk cId="1296815166" sldId="266"/>
            <ac:spMk id="30" creationId="{0D66B2E4-8D0B-41F1-B6A4-EDCD693B1CAA}"/>
          </ac:spMkLst>
        </pc:spChg>
        <pc:spChg chg="add mod topLvl">
          <ac:chgData name="김건백" userId="da0e1cd9-2c5e-4228-8907-facf07e1249b" providerId="ADAL" clId="{490768D9-CA23-40A9-900B-5BCA97CA1137}" dt="2026-08-07T02:22:34.107" v="7280" actId="165"/>
          <ac:spMkLst>
            <pc:docMk/>
            <pc:sldMk cId="1296815166" sldId="266"/>
            <ac:spMk id="32" creationId="{5429E5E3-CAB7-4631-BB52-0510154432F9}"/>
          </ac:spMkLst>
        </pc:spChg>
        <pc:spChg chg="add mod topLvl">
          <ac:chgData name="김건백" userId="da0e1cd9-2c5e-4228-8907-facf07e1249b" providerId="ADAL" clId="{490768D9-CA23-40A9-900B-5BCA97CA1137}" dt="2026-08-07T02:22:34.107" v="7280" actId="165"/>
          <ac:spMkLst>
            <pc:docMk/>
            <pc:sldMk cId="1296815166" sldId="266"/>
            <ac:spMk id="33" creationId="{A4648E6A-2579-4273-9C22-F3B5C69CEEFD}"/>
          </ac:spMkLst>
        </pc:spChg>
        <pc:spChg chg="add mod topLvl">
          <ac:chgData name="김건백" userId="da0e1cd9-2c5e-4228-8907-facf07e1249b" providerId="ADAL" clId="{490768D9-CA23-40A9-900B-5BCA97CA1137}" dt="2026-08-07T02:22:54.352" v="7289" actId="1076"/>
          <ac:spMkLst>
            <pc:docMk/>
            <pc:sldMk cId="1296815166" sldId="266"/>
            <ac:spMk id="34" creationId="{C014D66A-60F2-4B6A-AC3E-F5F3F2C44E97}"/>
          </ac:spMkLst>
        </pc:spChg>
        <pc:spChg chg="add mod ord">
          <ac:chgData name="김건백" userId="da0e1cd9-2c5e-4228-8907-facf07e1249b" providerId="ADAL" clId="{490768D9-CA23-40A9-900B-5BCA97CA1137}" dt="2026-07-10T05:48:08.978" v="2337" actId="167"/>
          <ac:spMkLst>
            <pc:docMk/>
            <pc:sldMk cId="1296815166" sldId="266"/>
            <ac:spMk id="35" creationId="{8C78C641-99CF-4460-B97B-21AD6CF2543A}"/>
          </ac:spMkLst>
        </pc:spChg>
        <pc:spChg chg="add mod">
          <ac:chgData name="김건백" userId="da0e1cd9-2c5e-4228-8907-facf07e1249b" providerId="ADAL" clId="{490768D9-CA23-40A9-900B-5BCA97CA1137}" dt="2026-07-10T05:47:24.592" v="2328" actId="1076"/>
          <ac:spMkLst>
            <pc:docMk/>
            <pc:sldMk cId="1296815166" sldId="266"/>
            <ac:spMk id="36" creationId="{083DB7E4-A5F5-4E25-83D3-F6345400F651}"/>
          </ac:spMkLst>
        </pc:spChg>
        <pc:grpChg chg="add del mod">
          <ac:chgData name="김건백" userId="da0e1cd9-2c5e-4228-8907-facf07e1249b" providerId="ADAL" clId="{490768D9-CA23-40A9-900B-5BCA97CA1137}" dt="2026-08-07T02:22:34.107" v="7280" actId="165"/>
          <ac:grpSpMkLst>
            <pc:docMk/>
            <pc:sldMk cId="1296815166" sldId="266"/>
            <ac:grpSpMk id="37" creationId="{06E79F42-7EAB-4649-A994-441D341D683E}"/>
          </ac:grpSpMkLst>
        </pc:grpChg>
        <pc:cxnChg chg="del">
          <ac:chgData name="김건백" userId="da0e1cd9-2c5e-4228-8907-facf07e1249b" providerId="ADAL" clId="{490768D9-CA23-40A9-900B-5BCA97CA1137}" dt="2026-07-09T04:24:30.023" v="1598" actId="478"/>
          <ac:cxnSpMkLst>
            <pc:docMk/>
            <pc:sldMk cId="1296815166" sldId="266"/>
            <ac:cxnSpMk id="7" creationId="{6C61AE70-243D-44FE-8B3B-8A3A237B8C5D}"/>
          </ac:cxnSpMkLst>
        </pc:cxnChg>
        <pc:cxnChg chg="add mod topLvl">
          <ac:chgData name="김건백" userId="da0e1cd9-2c5e-4228-8907-facf07e1249b" providerId="ADAL" clId="{490768D9-CA23-40A9-900B-5BCA97CA1137}" dt="2026-08-07T02:22:34.107" v="7280" actId="165"/>
          <ac:cxnSpMkLst>
            <pc:docMk/>
            <pc:sldMk cId="1296815166" sldId="266"/>
            <ac:cxnSpMk id="13" creationId="{480A4FBB-92AC-4AD3-8A7B-78267B3DA49C}"/>
          </ac:cxnSpMkLst>
        </pc:cxnChg>
        <pc:cxnChg chg="del">
          <ac:chgData name="김건백" userId="da0e1cd9-2c5e-4228-8907-facf07e1249b" providerId="ADAL" clId="{490768D9-CA23-40A9-900B-5BCA97CA1137}" dt="2026-07-09T04:24:30.023" v="1598" actId="478"/>
          <ac:cxnSpMkLst>
            <pc:docMk/>
            <pc:sldMk cId="1296815166" sldId="266"/>
            <ac:cxnSpMk id="15" creationId="{492EE98E-2CDC-40AC-96B8-F5146EF0CD5C}"/>
          </ac:cxnSpMkLst>
        </pc:cxnChg>
        <pc:cxnChg chg="add mod topLvl">
          <ac:chgData name="김건백" userId="da0e1cd9-2c5e-4228-8907-facf07e1249b" providerId="ADAL" clId="{490768D9-CA23-40A9-900B-5BCA97CA1137}" dt="2026-08-07T02:22:34.107" v="7280" actId="165"/>
          <ac:cxnSpMkLst>
            <pc:docMk/>
            <pc:sldMk cId="1296815166" sldId="266"/>
            <ac:cxnSpMk id="21" creationId="{7FF8ED02-86DE-4DE7-AB83-E66601D0FDF3}"/>
          </ac:cxnSpMkLst>
        </pc:cxnChg>
        <pc:cxnChg chg="add mod topLvl">
          <ac:chgData name="김건백" userId="da0e1cd9-2c5e-4228-8907-facf07e1249b" providerId="ADAL" clId="{490768D9-CA23-40A9-900B-5BCA97CA1137}" dt="2026-08-07T02:22:34.107" v="7280" actId="165"/>
          <ac:cxnSpMkLst>
            <pc:docMk/>
            <pc:sldMk cId="1296815166" sldId="266"/>
            <ac:cxnSpMk id="24" creationId="{C3039E57-231E-4332-B0F8-1DEA27FA411E}"/>
          </ac:cxnSpMkLst>
        </pc:cxnChg>
        <pc:cxnChg chg="add del mod">
          <ac:chgData name="김건백" userId="da0e1cd9-2c5e-4228-8907-facf07e1249b" providerId="ADAL" clId="{490768D9-CA23-40A9-900B-5BCA97CA1137}" dt="2026-07-09T04:29:12.967" v="1656" actId="478"/>
          <ac:cxnSpMkLst>
            <pc:docMk/>
            <pc:sldMk cId="1296815166" sldId="266"/>
            <ac:cxnSpMk id="27" creationId="{B3D8C203-D548-41EF-BDE4-46AB96BFC2C7}"/>
          </ac:cxnSpMkLst>
        </pc:cxnChg>
        <pc:cxnChg chg="del">
          <ac:chgData name="김건백" userId="da0e1cd9-2c5e-4228-8907-facf07e1249b" providerId="ADAL" clId="{490768D9-CA23-40A9-900B-5BCA97CA1137}" dt="2026-07-09T04:24:30.023" v="1598" actId="478"/>
          <ac:cxnSpMkLst>
            <pc:docMk/>
            <pc:sldMk cId="1296815166" sldId="266"/>
            <ac:cxnSpMk id="28" creationId="{EC8BE169-9C78-492E-A1AD-3E4DFC3B8D2C}"/>
          </ac:cxnSpMkLst>
        </pc:cxnChg>
        <pc:cxnChg chg="add mod topLvl">
          <ac:chgData name="김건백" userId="da0e1cd9-2c5e-4228-8907-facf07e1249b" providerId="ADAL" clId="{490768D9-CA23-40A9-900B-5BCA97CA1137}" dt="2026-08-07T02:22:42.916" v="7288" actId="1035"/>
          <ac:cxnSpMkLst>
            <pc:docMk/>
            <pc:sldMk cId="1296815166" sldId="266"/>
            <ac:cxnSpMk id="29" creationId="{48708AE3-DE18-4336-8D5A-937EE00B02B9}"/>
          </ac:cxnSpMkLst>
        </pc:cxnChg>
      </pc:sldChg>
      <pc:sldChg chg="addSp delSp modSp add">
        <pc:chgData name="김건백" userId="da0e1cd9-2c5e-4228-8907-facf07e1249b" providerId="ADAL" clId="{490768D9-CA23-40A9-900B-5BCA97CA1137}" dt="2026-07-14T05:59:31.095" v="4121" actId="1076"/>
        <pc:sldMkLst>
          <pc:docMk/>
          <pc:sldMk cId="1024310148" sldId="267"/>
        </pc:sldMkLst>
        <pc:spChg chg="mod">
          <ac:chgData name="김건백" userId="da0e1cd9-2c5e-4228-8907-facf07e1249b" providerId="ADAL" clId="{490768D9-CA23-40A9-900B-5BCA97CA1137}" dt="2026-07-14T04:09:25.846" v="2357"/>
          <ac:spMkLst>
            <pc:docMk/>
            <pc:sldMk cId="1024310148" sldId="267"/>
            <ac:spMk id="2" creationId="{EAF617DC-9344-4F15-A35A-4FBD4FB5E5DD}"/>
          </ac:spMkLst>
        </pc:spChg>
        <pc:spChg chg="add del mod">
          <ac:chgData name="김건백" userId="da0e1cd9-2c5e-4228-8907-facf07e1249b" providerId="ADAL" clId="{490768D9-CA23-40A9-900B-5BCA97CA1137}" dt="2026-07-09T04:42:02.277" v="2005" actId="478"/>
          <ac:spMkLst>
            <pc:docMk/>
            <pc:sldMk cId="1024310148" sldId="267"/>
            <ac:spMk id="3" creationId="{9BA01F4A-18D5-4901-9B03-AD1E0353BBFA}"/>
          </ac:spMkLst>
        </pc:spChg>
        <pc:spChg chg="add mod">
          <ac:chgData name="김건백" userId="da0e1cd9-2c5e-4228-8907-facf07e1249b" providerId="ADAL" clId="{490768D9-CA23-40A9-900B-5BCA97CA1137}" dt="2026-07-14T05:59:15.135" v="4108" actId="20577"/>
          <ac:spMkLst>
            <pc:docMk/>
            <pc:sldMk cId="1024310148" sldId="267"/>
            <ac:spMk id="4" creationId="{ACF418B3-5CAE-4568-8103-F7E5E70534EF}"/>
          </ac:spMkLst>
        </pc:spChg>
        <pc:spChg chg="mod">
          <ac:chgData name="김건백" userId="da0e1cd9-2c5e-4228-8907-facf07e1249b" providerId="ADAL" clId="{490768D9-CA23-40A9-900B-5BCA97CA1137}" dt="2026-07-10T05:48:06.033" v="2336" actId="113"/>
          <ac:spMkLst>
            <pc:docMk/>
            <pc:sldMk cId="1024310148" sldId="267"/>
            <ac:spMk id="11" creationId="{AAC11149-29EA-4B8B-B59C-858E032EC17D}"/>
          </ac:spMkLst>
        </pc:spChg>
        <pc:spChg chg="del">
          <ac:chgData name="김건백" userId="da0e1cd9-2c5e-4228-8907-facf07e1249b" providerId="ADAL" clId="{490768D9-CA23-40A9-900B-5BCA97CA1137}" dt="2026-07-09T04:40:27.925" v="1979" actId="478"/>
          <ac:spMkLst>
            <pc:docMk/>
            <pc:sldMk cId="1024310148" sldId="267"/>
            <ac:spMk id="17" creationId="{76188A41-6C3A-43B4-A5E0-1ACDF6397C55}"/>
          </ac:spMkLst>
        </pc:spChg>
        <pc:spChg chg="mod">
          <ac:chgData name="김건백" userId="da0e1cd9-2c5e-4228-8907-facf07e1249b" providerId="ADAL" clId="{490768D9-CA23-40A9-900B-5BCA97CA1137}" dt="2026-07-10T05:47:33.936" v="2330" actId="164"/>
          <ac:spMkLst>
            <pc:docMk/>
            <pc:sldMk cId="1024310148" sldId="267"/>
            <ac:spMk id="32" creationId="{5429E5E3-CAB7-4631-BB52-0510154432F9}"/>
          </ac:spMkLst>
        </pc:spChg>
        <pc:spChg chg="mod">
          <ac:chgData name="김건백" userId="da0e1cd9-2c5e-4228-8907-facf07e1249b" providerId="ADAL" clId="{490768D9-CA23-40A9-900B-5BCA97CA1137}" dt="2026-07-10T05:47:33.936" v="2330" actId="164"/>
          <ac:spMkLst>
            <pc:docMk/>
            <pc:sldMk cId="1024310148" sldId="267"/>
            <ac:spMk id="33" creationId="{A4648E6A-2579-4273-9C22-F3B5C69CEEFD}"/>
          </ac:spMkLst>
        </pc:spChg>
        <pc:spChg chg="mod">
          <ac:chgData name="김건백" userId="da0e1cd9-2c5e-4228-8907-facf07e1249b" providerId="ADAL" clId="{490768D9-CA23-40A9-900B-5BCA97CA1137}" dt="2026-07-14T05:59:31.095" v="4121" actId="1076"/>
          <ac:spMkLst>
            <pc:docMk/>
            <pc:sldMk cId="1024310148" sldId="267"/>
            <ac:spMk id="34" creationId="{C014D66A-60F2-4B6A-AC3E-F5F3F2C44E97}"/>
          </ac:spMkLst>
        </pc:spChg>
        <pc:spChg chg="mod ord">
          <ac:chgData name="김건백" userId="da0e1cd9-2c5e-4228-8907-facf07e1249b" providerId="ADAL" clId="{490768D9-CA23-40A9-900B-5BCA97CA1137}" dt="2026-07-14T05:58:14.339" v="4096" actId="1076"/>
          <ac:spMkLst>
            <pc:docMk/>
            <pc:sldMk cId="1024310148" sldId="267"/>
            <ac:spMk id="35" creationId="{8C78C641-99CF-4460-B97B-21AD6CF2543A}"/>
          </ac:spMkLst>
        </pc:spChg>
        <pc:spChg chg="mod">
          <ac:chgData name="김건백" userId="da0e1cd9-2c5e-4228-8907-facf07e1249b" providerId="ADAL" clId="{490768D9-CA23-40A9-900B-5BCA97CA1137}" dt="2026-07-10T05:47:40.700" v="2332" actId="1076"/>
          <ac:spMkLst>
            <pc:docMk/>
            <pc:sldMk cId="1024310148" sldId="267"/>
            <ac:spMk id="36" creationId="{083DB7E4-A5F5-4E25-83D3-F6345400F651}"/>
          </ac:spMkLst>
        </pc:spChg>
        <pc:grpChg chg="add mod">
          <ac:chgData name="김건백" userId="da0e1cd9-2c5e-4228-8907-facf07e1249b" providerId="ADAL" clId="{490768D9-CA23-40A9-900B-5BCA97CA1137}" dt="2026-07-14T05:59:28.208" v="4120" actId="20577"/>
          <ac:grpSpMkLst>
            <pc:docMk/>
            <pc:sldMk cId="1024310148" sldId="267"/>
            <ac:grpSpMk id="3" creationId="{B04D507D-E923-4BC5-BFB4-1ED2110F7F33}"/>
          </ac:grpSpMkLst>
        </pc:grpChg>
        <pc:cxnChg chg="del">
          <ac:chgData name="김건백" userId="da0e1cd9-2c5e-4228-8907-facf07e1249b" providerId="ADAL" clId="{490768D9-CA23-40A9-900B-5BCA97CA1137}" dt="2026-07-09T04:40:27.362" v="1978" actId="478"/>
          <ac:cxnSpMkLst>
            <pc:docMk/>
            <pc:sldMk cId="1024310148" sldId="267"/>
            <ac:cxnSpMk id="13" creationId="{480A4FBB-92AC-4AD3-8A7B-78267B3DA49C}"/>
          </ac:cxnSpMkLst>
        </pc:cxnChg>
        <pc:cxnChg chg="mod">
          <ac:chgData name="김건백" userId="da0e1cd9-2c5e-4228-8907-facf07e1249b" providerId="ADAL" clId="{490768D9-CA23-40A9-900B-5BCA97CA1137}" dt="2026-07-10T05:47:33.936" v="2330" actId="164"/>
          <ac:cxnSpMkLst>
            <pc:docMk/>
            <pc:sldMk cId="1024310148" sldId="267"/>
            <ac:cxnSpMk id="21" creationId="{7FF8ED02-86DE-4DE7-AB83-E66601D0FDF3}"/>
          </ac:cxnSpMkLst>
        </pc:cxnChg>
        <pc:cxnChg chg="mod">
          <ac:chgData name="김건백" userId="da0e1cd9-2c5e-4228-8907-facf07e1249b" providerId="ADAL" clId="{490768D9-CA23-40A9-900B-5BCA97CA1137}" dt="2026-07-10T05:47:33.936" v="2330" actId="164"/>
          <ac:cxnSpMkLst>
            <pc:docMk/>
            <pc:sldMk cId="1024310148" sldId="267"/>
            <ac:cxnSpMk id="24" creationId="{C3039E57-231E-4332-B0F8-1DEA27FA411E}"/>
          </ac:cxnSpMkLst>
        </pc:cxnChg>
        <pc:cxnChg chg="mod">
          <ac:chgData name="김건백" userId="da0e1cd9-2c5e-4228-8907-facf07e1249b" providerId="ADAL" clId="{490768D9-CA23-40A9-900B-5BCA97CA1137}" dt="2026-07-10T05:47:33.936" v="2330" actId="164"/>
          <ac:cxnSpMkLst>
            <pc:docMk/>
            <pc:sldMk cId="1024310148" sldId="267"/>
            <ac:cxnSpMk id="29" creationId="{48708AE3-DE18-4336-8D5A-937EE00B02B9}"/>
          </ac:cxnSpMkLst>
        </pc:cxnChg>
      </pc:sldChg>
      <pc:sldChg chg="addSp delSp modSp add setBg">
        <pc:chgData name="김건백" userId="da0e1cd9-2c5e-4228-8907-facf07e1249b" providerId="ADAL" clId="{490768D9-CA23-40A9-900B-5BCA97CA1137}" dt="2026-07-14T04:12:11.079" v="2434"/>
        <pc:sldMkLst>
          <pc:docMk/>
          <pc:sldMk cId="2716077529" sldId="268"/>
        </pc:sldMkLst>
        <pc:spChg chg="mod">
          <ac:chgData name="김건백" userId="da0e1cd9-2c5e-4228-8907-facf07e1249b" providerId="ADAL" clId="{490768D9-CA23-40A9-900B-5BCA97CA1137}" dt="2026-07-14T04:09:28.837" v="2360"/>
          <ac:spMkLst>
            <pc:docMk/>
            <pc:sldMk cId="2716077529" sldId="268"/>
            <ac:spMk id="2" creationId="{062C12D8-2F21-4FB5-A8AD-0ABF0A080609}"/>
          </ac:spMkLst>
        </pc:spChg>
        <pc:spChg chg="del">
          <ac:chgData name="김건백" userId="da0e1cd9-2c5e-4228-8907-facf07e1249b" providerId="ADAL" clId="{490768D9-CA23-40A9-900B-5BCA97CA1137}" dt="2026-07-09T04:44:54.315" v="2095" actId="478"/>
          <ac:spMkLst>
            <pc:docMk/>
            <pc:sldMk cId="2716077529" sldId="268"/>
            <ac:spMk id="3" creationId="{60BE22B1-A633-427B-840D-0E0438CF1237}"/>
          </ac:spMkLst>
        </pc:spChg>
        <pc:spChg chg="del">
          <ac:chgData name="김건백" userId="da0e1cd9-2c5e-4228-8907-facf07e1249b" providerId="ADAL" clId="{490768D9-CA23-40A9-900B-5BCA97CA1137}" dt="2026-07-09T04:44:55.078" v="2096" actId="478"/>
          <ac:spMkLst>
            <pc:docMk/>
            <pc:sldMk cId="2716077529" sldId="268"/>
            <ac:spMk id="4" creationId="{DBF5D9F6-71FE-4DD4-BE61-151D4D543C8E}"/>
          </ac:spMkLst>
        </pc:spChg>
        <pc:spChg chg="add mod">
          <ac:chgData name="김건백" userId="da0e1cd9-2c5e-4228-8907-facf07e1249b" providerId="ADAL" clId="{490768D9-CA23-40A9-900B-5BCA97CA1137}" dt="2026-07-09T04:45:33.691" v="2117" actId="14100"/>
          <ac:spMkLst>
            <pc:docMk/>
            <pc:sldMk cId="2716077529" sldId="268"/>
            <ac:spMk id="5" creationId="{2BB4ECCF-888E-4249-83EE-4C3FD0CECECB}"/>
          </ac:spMkLst>
        </pc:spChg>
        <pc:spChg chg="add mod">
          <ac:chgData name="김건백" userId="da0e1cd9-2c5e-4228-8907-facf07e1249b" providerId="ADAL" clId="{490768D9-CA23-40A9-900B-5BCA97CA1137}" dt="2026-07-14T04:11:13.667" v="2391" actId="1076"/>
          <ac:spMkLst>
            <pc:docMk/>
            <pc:sldMk cId="2716077529" sldId="268"/>
            <ac:spMk id="7" creationId="{C1C82B23-E6C7-46A9-A03A-CEB8D695C134}"/>
          </ac:spMkLst>
        </pc:spChg>
        <pc:spChg chg="add mod">
          <ac:chgData name="김건백" userId="da0e1cd9-2c5e-4228-8907-facf07e1249b" providerId="ADAL" clId="{490768D9-CA23-40A9-900B-5BCA97CA1137}" dt="2026-07-14T04:11:13.667" v="2391" actId="1076"/>
          <ac:spMkLst>
            <pc:docMk/>
            <pc:sldMk cId="2716077529" sldId="268"/>
            <ac:spMk id="9" creationId="{FBA83828-67C8-4857-9AC7-3FDEE46D1AA7}"/>
          </ac:spMkLst>
        </pc:spChg>
        <pc:spChg chg="add mod">
          <ac:chgData name="김건백" userId="da0e1cd9-2c5e-4228-8907-facf07e1249b" providerId="ADAL" clId="{490768D9-CA23-40A9-900B-5BCA97CA1137}" dt="2026-07-14T04:11:13.667" v="2391" actId="1076"/>
          <ac:spMkLst>
            <pc:docMk/>
            <pc:sldMk cId="2716077529" sldId="268"/>
            <ac:spMk id="10" creationId="{E02D55BF-F47F-4B70-9A0D-15DECC8436E8}"/>
          </ac:spMkLst>
        </pc:spChg>
        <pc:spChg chg="add">
          <ac:chgData name="김건백" userId="da0e1cd9-2c5e-4228-8907-facf07e1249b" providerId="ADAL" clId="{490768D9-CA23-40A9-900B-5BCA97CA1137}" dt="2026-07-09T04:45:48.251" v="2118"/>
          <ac:spMkLst>
            <pc:docMk/>
            <pc:sldMk cId="2716077529" sldId="268"/>
            <ac:spMk id="11" creationId="{CA30CBCC-910A-4BA9-8C5F-BAD4EEC22FFE}"/>
          </ac:spMkLst>
        </pc:spChg>
        <pc:spChg chg="add del mod">
          <ac:chgData name="김건백" userId="da0e1cd9-2c5e-4228-8907-facf07e1249b" providerId="ADAL" clId="{490768D9-CA23-40A9-900B-5BCA97CA1137}" dt="2026-07-09T04:46:35.715" v="2150" actId="478"/>
          <ac:spMkLst>
            <pc:docMk/>
            <pc:sldMk cId="2716077529" sldId="268"/>
            <ac:spMk id="16" creationId="{2D81C621-84AC-4A9C-9589-0EF757C75BB8}"/>
          </ac:spMkLst>
        </pc:spChg>
        <pc:spChg chg="add mod">
          <ac:chgData name="김건백" userId="da0e1cd9-2c5e-4228-8907-facf07e1249b" providerId="ADAL" clId="{490768D9-CA23-40A9-900B-5BCA97CA1137}" dt="2026-07-14T04:11:15.394" v="2398" actId="1076"/>
          <ac:spMkLst>
            <pc:docMk/>
            <pc:sldMk cId="2716077529" sldId="268"/>
            <ac:spMk id="18" creationId="{74F1FDA0-7615-4344-A5E2-3D4698390BF0}"/>
          </ac:spMkLst>
        </pc:spChg>
        <pc:spChg chg="add mod">
          <ac:chgData name="김건백" userId="da0e1cd9-2c5e-4228-8907-facf07e1249b" providerId="ADAL" clId="{490768D9-CA23-40A9-900B-5BCA97CA1137}" dt="2026-07-14T04:12:11.079" v="2434"/>
          <ac:spMkLst>
            <pc:docMk/>
            <pc:sldMk cId="2716077529" sldId="268"/>
            <ac:spMk id="19" creationId="{6A45AB3C-9D73-457C-A4AA-16EFD861A40A}"/>
          </ac:spMkLst>
        </pc:spChg>
        <pc:spChg chg="add mod">
          <ac:chgData name="김건백" userId="da0e1cd9-2c5e-4228-8907-facf07e1249b" providerId="ADAL" clId="{490768D9-CA23-40A9-900B-5BCA97CA1137}" dt="2026-07-14T04:11:15.394" v="2398" actId="1076"/>
          <ac:spMkLst>
            <pc:docMk/>
            <pc:sldMk cId="2716077529" sldId="268"/>
            <ac:spMk id="20" creationId="{60035E3E-8134-4646-A2D9-3A477CD08B86}"/>
          </ac:spMkLst>
        </pc:spChg>
        <pc:spChg chg="add del mod">
          <ac:chgData name="김건백" userId="da0e1cd9-2c5e-4228-8907-facf07e1249b" providerId="ADAL" clId="{490768D9-CA23-40A9-900B-5BCA97CA1137}" dt="2026-07-14T04:11:14.899" v="2396" actId="478"/>
          <ac:spMkLst>
            <pc:docMk/>
            <pc:sldMk cId="2716077529" sldId="268"/>
            <ac:spMk id="25" creationId="{0837C601-46E2-4465-B734-66C669C18428}"/>
          </ac:spMkLst>
        </pc:spChg>
        <pc:spChg chg="add del mod">
          <ac:chgData name="김건백" userId="da0e1cd9-2c5e-4228-8907-facf07e1249b" providerId="ADAL" clId="{490768D9-CA23-40A9-900B-5BCA97CA1137}" dt="2026-07-14T04:11:15.162" v="2397"/>
          <ac:spMkLst>
            <pc:docMk/>
            <pc:sldMk cId="2716077529" sldId="268"/>
            <ac:spMk id="26" creationId="{7FDDACA9-DB90-4353-A6C2-90383F1908E1}"/>
          </ac:spMkLst>
        </pc:spChg>
        <pc:spChg chg="add del mod">
          <ac:chgData name="김건백" userId="da0e1cd9-2c5e-4228-8907-facf07e1249b" providerId="ADAL" clId="{490768D9-CA23-40A9-900B-5BCA97CA1137}" dt="2026-07-14T04:11:15.162" v="2397"/>
          <ac:spMkLst>
            <pc:docMk/>
            <pc:sldMk cId="2716077529" sldId="268"/>
            <ac:spMk id="27" creationId="{F4B5FED0-4E5A-4CA7-B47A-3B4D2D5E13A6}"/>
          </ac:spMkLst>
        </pc:spChg>
        <pc:spChg chg="add del">
          <ac:chgData name="김건백" userId="da0e1cd9-2c5e-4228-8907-facf07e1249b" providerId="ADAL" clId="{490768D9-CA23-40A9-900B-5BCA97CA1137}" dt="2026-07-14T04:11:15.162" v="2397"/>
          <ac:spMkLst>
            <pc:docMk/>
            <pc:sldMk cId="2716077529" sldId="268"/>
            <ac:spMk id="28" creationId="{FB29AEAB-2ABF-4BD1-998E-C8EB6F1C1F2A}"/>
          </ac:spMkLst>
        </pc:spChg>
        <pc:cxnChg chg="add mod">
          <ac:chgData name="김건백" userId="da0e1cd9-2c5e-4228-8907-facf07e1249b" providerId="ADAL" clId="{490768D9-CA23-40A9-900B-5BCA97CA1137}" dt="2026-07-14T04:11:13.667" v="2391" actId="1076"/>
          <ac:cxnSpMkLst>
            <pc:docMk/>
            <pc:sldMk cId="2716077529" sldId="268"/>
            <ac:cxnSpMk id="6" creationId="{ED850CC8-3597-4003-8231-51E4A61ADF5F}"/>
          </ac:cxnSpMkLst>
        </pc:cxnChg>
        <pc:cxnChg chg="add mod">
          <ac:chgData name="김건백" userId="da0e1cd9-2c5e-4228-8907-facf07e1249b" providerId="ADAL" clId="{490768D9-CA23-40A9-900B-5BCA97CA1137}" dt="2026-07-14T04:11:13.667" v="2391" actId="1076"/>
          <ac:cxnSpMkLst>
            <pc:docMk/>
            <pc:sldMk cId="2716077529" sldId="268"/>
            <ac:cxnSpMk id="8" creationId="{9C682366-664D-4F65-9E3F-25D31639C3A4}"/>
          </ac:cxnSpMkLst>
        </pc:cxnChg>
        <pc:cxnChg chg="add del">
          <ac:chgData name="김건백" userId="da0e1cd9-2c5e-4228-8907-facf07e1249b" providerId="ADAL" clId="{490768D9-CA23-40A9-900B-5BCA97CA1137}" dt="2026-07-09T04:46:34.003" v="2149" actId="478"/>
          <ac:cxnSpMkLst>
            <pc:docMk/>
            <pc:sldMk cId="2716077529" sldId="268"/>
            <ac:cxnSpMk id="12" creationId="{CEA54CF6-F54E-4082-A100-DBD41A8DEC2B}"/>
          </ac:cxnSpMkLst>
        </pc:cxnChg>
        <pc:cxnChg chg="add del">
          <ac:chgData name="김건백" userId="da0e1cd9-2c5e-4228-8907-facf07e1249b" providerId="ADAL" clId="{490768D9-CA23-40A9-900B-5BCA97CA1137}" dt="2026-07-09T04:46:33.468" v="2148" actId="478"/>
          <ac:cxnSpMkLst>
            <pc:docMk/>
            <pc:sldMk cId="2716077529" sldId="268"/>
            <ac:cxnSpMk id="13" creationId="{3B15E2D2-C662-41A5-823B-F5FD3B2F8AE7}"/>
          </ac:cxnSpMkLst>
        </pc:cxnChg>
        <pc:cxnChg chg="add mod">
          <ac:chgData name="김건백" userId="da0e1cd9-2c5e-4228-8907-facf07e1249b" providerId="ADAL" clId="{490768D9-CA23-40A9-900B-5BCA97CA1137}" dt="2026-07-14T04:11:13.667" v="2391" actId="1076"/>
          <ac:cxnSpMkLst>
            <pc:docMk/>
            <pc:sldMk cId="2716077529" sldId="268"/>
            <ac:cxnSpMk id="14" creationId="{CB5A73F5-174E-48DB-A01C-C1FDD8909594}"/>
          </ac:cxnSpMkLst>
        </pc:cxnChg>
        <pc:cxnChg chg="add del mod">
          <ac:chgData name="김건백" userId="da0e1cd9-2c5e-4228-8907-facf07e1249b" providerId="ADAL" clId="{490768D9-CA23-40A9-900B-5BCA97CA1137}" dt="2026-07-09T04:46:35.715" v="2150" actId="478"/>
          <ac:cxnSpMkLst>
            <pc:docMk/>
            <pc:sldMk cId="2716077529" sldId="268"/>
            <ac:cxnSpMk id="15" creationId="{0A58F32D-CA2A-4006-8E1B-FF40F342E562}"/>
          </ac:cxnSpMkLst>
        </pc:cxnChg>
        <pc:cxnChg chg="add mod">
          <ac:chgData name="김건백" userId="da0e1cd9-2c5e-4228-8907-facf07e1249b" providerId="ADAL" clId="{490768D9-CA23-40A9-900B-5BCA97CA1137}" dt="2026-07-14T04:11:15.394" v="2398" actId="1076"/>
          <ac:cxnSpMkLst>
            <pc:docMk/>
            <pc:sldMk cId="2716077529" sldId="268"/>
            <ac:cxnSpMk id="17" creationId="{B884DDF9-03C3-45AD-A242-3D94E0FBAD50}"/>
          </ac:cxnSpMkLst>
        </pc:cxnChg>
        <pc:cxnChg chg="add mod">
          <ac:chgData name="김건백" userId="da0e1cd9-2c5e-4228-8907-facf07e1249b" providerId="ADAL" clId="{490768D9-CA23-40A9-900B-5BCA97CA1137}" dt="2026-07-14T04:11:15.394" v="2398" actId="1076"/>
          <ac:cxnSpMkLst>
            <pc:docMk/>
            <pc:sldMk cId="2716077529" sldId="268"/>
            <ac:cxnSpMk id="21" creationId="{2D9E71C2-584D-4FEF-A377-51E5DDCBABBB}"/>
          </ac:cxnSpMkLst>
        </pc:cxnChg>
        <pc:cxnChg chg="add mod">
          <ac:chgData name="김건백" userId="da0e1cd9-2c5e-4228-8907-facf07e1249b" providerId="ADAL" clId="{490768D9-CA23-40A9-900B-5BCA97CA1137}" dt="2026-07-14T04:11:15.394" v="2398" actId="1076"/>
          <ac:cxnSpMkLst>
            <pc:docMk/>
            <pc:sldMk cId="2716077529" sldId="268"/>
            <ac:cxnSpMk id="22" creationId="{92307A34-BBA9-4E4F-9931-1EA9CD6E46D2}"/>
          </ac:cxnSpMkLst>
        </pc:cxnChg>
        <pc:cxnChg chg="add mod">
          <ac:chgData name="김건백" userId="da0e1cd9-2c5e-4228-8907-facf07e1249b" providerId="ADAL" clId="{490768D9-CA23-40A9-900B-5BCA97CA1137}" dt="2026-07-14T04:11:15.394" v="2398" actId="1076"/>
          <ac:cxnSpMkLst>
            <pc:docMk/>
            <pc:sldMk cId="2716077529" sldId="268"/>
            <ac:cxnSpMk id="23" creationId="{1EDCF1DA-9BFF-453F-8D98-9B2E4E8B0B93}"/>
          </ac:cxnSpMkLst>
        </pc:cxnChg>
        <pc:cxnChg chg="add mod">
          <ac:chgData name="김건백" userId="da0e1cd9-2c5e-4228-8907-facf07e1249b" providerId="ADAL" clId="{490768D9-CA23-40A9-900B-5BCA97CA1137}" dt="2026-07-14T04:11:15.394" v="2398" actId="1076"/>
          <ac:cxnSpMkLst>
            <pc:docMk/>
            <pc:sldMk cId="2716077529" sldId="268"/>
            <ac:cxnSpMk id="24" creationId="{14967C45-176C-4B91-8EA5-0056FFF62D9E}"/>
          </ac:cxnSpMkLst>
        </pc:cxnChg>
      </pc:sldChg>
      <pc:sldChg chg="addSp delSp modSp add">
        <pc:chgData name="김건백" userId="da0e1cd9-2c5e-4228-8907-facf07e1249b" providerId="ADAL" clId="{490768D9-CA23-40A9-900B-5BCA97CA1137}" dt="2026-08-07T02:24:55.727" v="7304" actId="20577"/>
        <pc:sldMkLst>
          <pc:docMk/>
          <pc:sldMk cId="1721939225" sldId="269"/>
        </pc:sldMkLst>
        <pc:spChg chg="mod">
          <ac:chgData name="김건백" userId="da0e1cd9-2c5e-4228-8907-facf07e1249b" providerId="ADAL" clId="{490768D9-CA23-40A9-900B-5BCA97CA1137}" dt="2026-07-14T04:18:28.833" v="2541" actId="1076"/>
          <ac:spMkLst>
            <pc:docMk/>
            <pc:sldMk cId="1721939225" sldId="269"/>
            <ac:spMk id="5" creationId="{904B22E0-88BB-465B-8363-C5D968573439}"/>
          </ac:spMkLst>
        </pc:spChg>
        <pc:spChg chg="mod">
          <ac:chgData name="김건백" userId="da0e1cd9-2c5e-4228-8907-facf07e1249b" providerId="ADAL" clId="{490768D9-CA23-40A9-900B-5BCA97CA1137}" dt="2026-07-14T04:18:28.833" v="2541" actId="1076"/>
          <ac:spMkLst>
            <pc:docMk/>
            <pc:sldMk cId="1721939225" sldId="269"/>
            <ac:spMk id="6" creationId="{88E83E8A-539D-4C36-AC1F-83626AC184E5}"/>
          </ac:spMkLst>
        </pc:spChg>
        <pc:spChg chg="mod">
          <ac:chgData name="김건백" userId="da0e1cd9-2c5e-4228-8907-facf07e1249b" providerId="ADAL" clId="{490768D9-CA23-40A9-900B-5BCA97CA1137}" dt="2026-08-07T02:24:55.727" v="7304" actId="20577"/>
          <ac:spMkLst>
            <pc:docMk/>
            <pc:sldMk cId="1721939225" sldId="269"/>
            <ac:spMk id="8" creationId="{04FCA04D-2D66-4EB3-A57F-1388D4B14EB6}"/>
          </ac:spMkLst>
        </pc:spChg>
        <pc:spChg chg="mod">
          <ac:chgData name="김건백" userId="da0e1cd9-2c5e-4228-8907-facf07e1249b" providerId="ADAL" clId="{490768D9-CA23-40A9-900B-5BCA97CA1137}" dt="2026-07-14T04:12:36.345" v="2448" actId="20577"/>
          <ac:spMkLst>
            <pc:docMk/>
            <pc:sldMk cId="1721939225" sldId="269"/>
            <ac:spMk id="10" creationId="{D2D3F3CC-FF46-4C32-B30D-89EA36271807}"/>
          </ac:spMkLst>
        </pc:spChg>
        <pc:spChg chg="mod">
          <ac:chgData name="김건백" userId="da0e1cd9-2c5e-4228-8907-facf07e1249b" providerId="ADAL" clId="{490768D9-CA23-40A9-900B-5BCA97CA1137}" dt="2026-07-14T04:16:12.686" v="2539" actId="1076"/>
          <ac:spMkLst>
            <pc:docMk/>
            <pc:sldMk cId="1721939225" sldId="269"/>
            <ac:spMk id="14" creationId="{2AF02ABD-3BB2-40C0-BF20-EFC302D1EA4B}"/>
          </ac:spMkLst>
        </pc:spChg>
        <pc:spChg chg="mod">
          <ac:chgData name="김건백" userId="da0e1cd9-2c5e-4228-8907-facf07e1249b" providerId="ADAL" clId="{490768D9-CA23-40A9-900B-5BCA97CA1137}" dt="2026-07-14T04:15:56.676" v="2534" actId="1076"/>
          <ac:spMkLst>
            <pc:docMk/>
            <pc:sldMk cId="1721939225" sldId="269"/>
            <ac:spMk id="16" creationId="{2E8E5366-CA12-4422-B072-D50AC6DCA752}"/>
          </ac:spMkLst>
        </pc:spChg>
        <pc:spChg chg="add mod">
          <ac:chgData name="김건백" userId="da0e1cd9-2c5e-4228-8907-facf07e1249b" providerId="ADAL" clId="{490768D9-CA23-40A9-900B-5BCA97CA1137}" dt="2026-07-14T04:15:03.281" v="2526" actId="20577"/>
          <ac:spMkLst>
            <pc:docMk/>
            <pc:sldMk cId="1721939225" sldId="269"/>
            <ac:spMk id="21" creationId="{149565CB-2A38-4D0B-A7CA-ACBB60F75D5A}"/>
          </ac:spMkLst>
        </pc:spChg>
        <pc:spChg chg="add mod">
          <ac:chgData name="김건백" userId="da0e1cd9-2c5e-4228-8907-facf07e1249b" providerId="ADAL" clId="{490768D9-CA23-40A9-900B-5BCA97CA1137}" dt="2026-07-14T04:16:06.184" v="2538" actId="1076"/>
          <ac:spMkLst>
            <pc:docMk/>
            <pc:sldMk cId="1721939225" sldId="269"/>
            <ac:spMk id="23" creationId="{AF0A38AC-373C-4E3E-A0F9-3BF27A9BF446}"/>
          </ac:spMkLst>
        </pc:spChg>
        <pc:spChg chg="mod">
          <ac:chgData name="김건백" userId="da0e1cd9-2c5e-4228-8907-facf07e1249b" providerId="ADAL" clId="{490768D9-CA23-40A9-900B-5BCA97CA1137}" dt="2026-07-14T04:13:35.628" v="2501" actId="20577"/>
          <ac:spMkLst>
            <pc:docMk/>
            <pc:sldMk cId="1721939225" sldId="269"/>
            <ac:spMk id="26" creationId="{6A342755-DB1D-4F1D-9243-866B3AB8F084}"/>
          </ac:spMkLst>
        </pc:spChg>
        <pc:spChg chg="del mod">
          <ac:chgData name="김건백" userId="da0e1cd9-2c5e-4228-8907-facf07e1249b" providerId="ADAL" clId="{490768D9-CA23-40A9-900B-5BCA97CA1137}" dt="2026-07-14T04:18:24.794" v="2540" actId="478"/>
          <ac:spMkLst>
            <pc:docMk/>
            <pc:sldMk cId="1721939225" sldId="269"/>
            <ac:spMk id="30" creationId="{0D66B2E4-8D0B-41F1-B6A4-EDCD693B1CAA}"/>
          </ac:spMkLst>
        </pc:spChg>
        <pc:cxnChg chg="mod">
          <ac:chgData name="김건백" userId="da0e1cd9-2c5e-4228-8907-facf07e1249b" providerId="ADAL" clId="{490768D9-CA23-40A9-900B-5BCA97CA1137}" dt="2026-07-14T04:14:05.815" v="2510" actId="1076"/>
          <ac:cxnSpMkLst>
            <pc:docMk/>
            <pc:sldMk cId="1721939225" sldId="269"/>
            <ac:cxnSpMk id="7" creationId="{6C61AE70-243D-44FE-8B3B-8A3A237B8C5D}"/>
          </ac:cxnSpMkLst>
        </pc:cxnChg>
        <pc:cxnChg chg="del mod">
          <ac:chgData name="김건백" userId="da0e1cd9-2c5e-4228-8907-facf07e1249b" providerId="ADAL" clId="{490768D9-CA23-40A9-900B-5BCA97CA1137}" dt="2026-07-14T04:14:08.022" v="2511" actId="478"/>
          <ac:cxnSpMkLst>
            <pc:docMk/>
            <pc:sldMk cId="1721939225" sldId="269"/>
            <ac:cxnSpMk id="15" creationId="{492EE98E-2CDC-40AC-96B8-F5146EF0CD5C}"/>
          </ac:cxnSpMkLst>
        </pc:cxnChg>
        <pc:cxnChg chg="mod ord">
          <ac:chgData name="김건백" userId="da0e1cd9-2c5e-4228-8907-facf07e1249b" providerId="ADAL" clId="{490768D9-CA23-40A9-900B-5BCA97CA1137}" dt="2026-07-14T04:14:48.426" v="2523" actId="167"/>
          <ac:cxnSpMkLst>
            <pc:docMk/>
            <pc:sldMk cId="1721939225" sldId="269"/>
            <ac:cxnSpMk id="17" creationId="{E0948E4A-8DE7-43B4-AAAB-D1E2996C206F}"/>
          </ac:cxnSpMkLst>
        </pc:cxnChg>
        <pc:cxnChg chg="mod">
          <ac:chgData name="김건백" userId="da0e1cd9-2c5e-4228-8907-facf07e1249b" providerId="ADAL" clId="{490768D9-CA23-40A9-900B-5BCA97CA1137}" dt="2026-07-14T04:14:05.815" v="2510" actId="1076"/>
          <ac:cxnSpMkLst>
            <pc:docMk/>
            <pc:sldMk cId="1721939225" sldId="269"/>
            <ac:cxnSpMk id="18" creationId="{66133D1F-57A8-4E12-98C2-2C000932B709}"/>
          </ac:cxnSpMkLst>
        </pc:cxnChg>
        <pc:cxnChg chg="add mod">
          <ac:chgData name="김건백" userId="da0e1cd9-2c5e-4228-8907-facf07e1249b" providerId="ADAL" clId="{490768D9-CA23-40A9-900B-5BCA97CA1137}" dt="2026-07-14T04:13:43.583" v="2503" actId="571"/>
          <ac:cxnSpMkLst>
            <pc:docMk/>
            <pc:sldMk cId="1721939225" sldId="269"/>
            <ac:cxnSpMk id="19" creationId="{C337B4F2-F20A-46A7-AE75-481B5C7F8819}"/>
          </ac:cxnSpMkLst>
        </pc:cxnChg>
        <pc:cxnChg chg="add mod">
          <ac:chgData name="김건백" userId="da0e1cd9-2c5e-4228-8907-facf07e1249b" providerId="ADAL" clId="{490768D9-CA23-40A9-900B-5BCA97CA1137}" dt="2026-07-14T04:14:05.815" v="2510" actId="1076"/>
          <ac:cxnSpMkLst>
            <pc:docMk/>
            <pc:sldMk cId="1721939225" sldId="269"/>
            <ac:cxnSpMk id="20" creationId="{83C321FC-D35D-446C-9385-529BA26730EF}"/>
          </ac:cxnSpMkLst>
        </pc:cxnChg>
        <pc:cxnChg chg="add mod">
          <ac:chgData name="김건백" userId="da0e1cd9-2c5e-4228-8907-facf07e1249b" providerId="ADAL" clId="{490768D9-CA23-40A9-900B-5BCA97CA1137}" dt="2026-07-14T04:15:52.240" v="2533" actId="693"/>
          <ac:cxnSpMkLst>
            <pc:docMk/>
            <pc:sldMk cId="1721939225" sldId="269"/>
            <ac:cxnSpMk id="22" creationId="{0AE465F3-0529-4B91-8B8B-0EEE375437FC}"/>
          </ac:cxnSpMkLst>
        </pc:cxnChg>
        <pc:cxnChg chg="mod">
          <ac:chgData name="김건백" userId="da0e1cd9-2c5e-4228-8907-facf07e1249b" providerId="ADAL" clId="{490768D9-CA23-40A9-900B-5BCA97CA1137}" dt="2026-07-14T04:14:05.815" v="2510" actId="1076"/>
          <ac:cxnSpMkLst>
            <pc:docMk/>
            <pc:sldMk cId="1721939225" sldId="269"/>
            <ac:cxnSpMk id="28" creationId="{EC8BE169-9C78-492E-A1AD-3E4DFC3B8D2C}"/>
          </ac:cxnSpMkLst>
        </pc:cxnChg>
      </pc:sldChg>
      <pc:sldChg chg="addSp delSp modSp add modAnim">
        <pc:chgData name="김건백" userId="da0e1cd9-2c5e-4228-8907-facf07e1249b" providerId="ADAL" clId="{490768D9-CA23-40A9-900B-5BCA97CA1137}" dt="2026-07-14T04:27:53.620" v="2855"/>
        <pc:sldMkLst>
          <pc:docMk/>
          <pc:sldMk cId="3461815189" sldId="270"/>
        </pc:sldMkLst>
        <pc:spChg chg="mod">
          <ac:chgData name="김건백" userId="da0e1cd9-2c5e-4228-8907-facf07e1249b" providerId="ADAL" clId="{490768D9-CA23-40A9-900B-5BCA97CA1137}" dt="2026-07-14T04:18:56.516" v="2578"/>
          <ac:spMkLst>
            <pc:docMk/>
            <pc:sldMk cId="3461815189" sldId="270"/>
            <ac:spMk id="6" creationId="{88E83E8A-539D-4C36-AC1F-83626AC184E5}"/>
          </ac:spMkLst>
        </pc:spChg>
        <pc:spChg chg="mod">
          <ac:chgData name="김건백" userId="da0e1cd9-2c5e-4228-8907-facf07e1249b" providerId="ADAL" clId="{490768D9-CA23-40A9-900B-5BCA97CA1137}" dt="2026-07-14T04:22:15.039" v="2817"/>
          <ac:spMkLst>
            <pc:docMk/>
            <pc:sldMk cId="3461815189" sldId="270"/>
            <ac:spMk id="8" creationId="{04FCA04D-2D66-4EB3-A57F-1388D4B14EB6}"/>
          </ac:spMkLst>
        </pc:spChg>
        <pc:spChg chg="del">
          <ac:chgData name="김건백" userId="da0e1cd9-2c5e-4228-8907-facf07e1249b" providerId="ADAL" clId="{490768D9-CA23-40A9-900B-5BCA97CA1137}" dt="2026-07-14T04:22:37.700" v="2843" actId="478"/>
          <ac:spMkLst>
            <pc:docMk/>
            <pc:sldMk cId="3461815189" sldId="270"/>
            <ac:spMk id="14" creationId="{2AF02ABD-3BB2-40C0-BF20-EFC302D1EA4B}"/>
          </ac:spMkLst>
        </pc:spChg>
        <pc:spChg chg="del">
          <ac:chgData name="김건백" userId="da0e1cd9-2c5e-4228-8907-facf07e1249b" providerId="ADAL" clId="{490768D9-CA23-40A9-900B-5BCA97CA1137}" dt="2026-07-14T04:22:37.700" v="2843" actId="478"/>
          <ac:spMkLst>
            <pc:docMk/>
            <pc:sldMk cId="3461815189" sldId="270"/>
            <ac:spMk id="16" creationId="{2E8E5366-CA12-4422-B072-D50AC6DCA752}"/>
          </ac:spMkLst>
        </pc:spChg>
        <pc:spChg chg="del">
          <ac:chgData name="김건백" userId="da0e1cd9-2c5e-4228-8907-facf07e1249b" providerId="ADAL" clId="{490768D9-CA23-40A9-900B-5BCA97CA1137}" dt="2026-07-14T04:22:37.700" v="2843" actId="478"/>
          <ac:spMkLst>
            <pc:docMk/>
            <pc:sldMk cId="3461815189" sldId="270"/>
            <ac:spMk id="21" creationId="{149565CB-2A38-4D0B-A7CA-ACBB60F75D5A}"/>
          </ac:spMkLst>
        </pc:spChg>
        <pc:spChg chg="del">
          <ac:chgData name="김건백" userId="da0e1cd9-2c5e-4228-8907-facf07e1249b" providerId="ADAL" clId="{490768D9-CA23-40A9-900B-5BCA97CA1137}" dt="2026-07-14T04:22:37.700" v="2843" actId="478"/>
          <ac:spMkLst>
            <pc:docMk/>
            <pc:sldMk cId="3461815189" sldId="270"/>
            <ac:spMk id="23" creationId="{AF0A38AC-373C-4E3E-A0F9-3BF27A9BF446}"/>
          </ac:spMkLst>
        </pc:spChg>
        <pc:spChg chg="add mod">
          <ac:chgData name="김건백" userId="da0e1cd9-2c5e-4228-8907-facf07e1249b" providerId="ADAL" clId="{490768D9-CA23-40A9-900B-5BCA97CA1137}" dt="2026-07-14T04:22:44.325" v="2845" actId="1076"/>
          <ac:spMkLst>
            <pc:docMk/>
            <pc:sldMk cId="3461815189" sldId="270"/>
            <ac:spMk id="24" creationId="{FA0B6529-745C-454A-BFA9-44ED508C5042}"/>
          </ac:spMkLst>
        </pc:spChg>
        <pc:spChg chg="add mod">
          <ac:chgData name="김건백" userId="da0e1cd9-2c5e-4228-8907-facf07e1249b" providerId="ADAL" clId="{490768D9-CA23-40A9-900B-5BCA97CA1137}" dt="2026-07-14T04:22:44.325" v="2845" actId="1076"/>
          <ac:spMkLst>
            <pc:docMk/>
            <pc:sldMk cId="3461815189" sldId="270"/>
            <ac:spMk id="25" creationId="{C01DFD9C-8981-43D8-A95A-9E88F846EE8A}"/>
          </ac:spMkLst>
        </pc:spChg>
        <pc:spChg chg="mod">
          <ac:chgData name="김건백" userId="da0e1cd9-2c5e-4228-8907-facf07e1249b" providerId="ADAL" clId="{490768D9-CA23-40A9-900B-5BCA97CA1137}" dt="2026-07-14T04:18:48.266" v="2559" actId="20577"/>
          <ac:spMkLst>
            <pc:docMk/>
            <pc:sldMk cId="3461815189" sldId="270"/>
            <ac:spMk id="26" creationId="{6A342755-DB1D-4F1D-9243-866B3AB8F084}"/>
          </ac:spMkLst>
        </pc:spChg>
        <pc:spChg chg="add mod">
          <ac:chgData name="김건백" userId="da0e1cd9-2c5e-4228-8907-facf07e1249b" providerId="ADAL" clId="{490768D9-CA23-40A9-900B-5BCA97CA1137}" dt="2026-07-14T04:22:59.709" v="2850" actId="1076"/>
          <ac:spMkLst>
            <pc:docMk/>
            <pc:sldMk cId="3461815189" sldId="270"/>
            <ac:spMk id="33" creationId="{508B1C99-0958-493C-957F-93661D595F1A}"/>
          </ac:spMkLst>
        </pc:sp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7" creationId="{6C61AE70-243D-44FE-8B3B-8A3A237B8C5D}"/>
          </ac:cxnSpMkLst>
        </pc:cxn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17" creationId="{E0948E4A-8DE7-43B4-AAAB-D1E2996C206F}"/>
          </ac:cxnSpMkLst>
        </pc:cxn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18" creationId="{66133D1F-57A8-4E12-98C2-2C000932B709}"/>
          </ac:cxnSpMkLst>
        </pc:cxnChg>
        <pc:cxnChg chg="add mod">
          <ac:chgData name="김건백" userId="da0e1cd9-2c5e-4228-8907-facf07e1249b" providerId="ADAL" clId="{490768D9-CA23-40A9-900B-5BCA97CA1137}" dt="2026-07-14T04:22:44.325" v="2845" actId="1076"/>
          <ac:cxnSpMkLst>
            <pc:docMk/>
            <pc:sldMk cId="3461815189" sldId="270"/>
            <ac:cxnSpMk id="19" creationId="{4B6D7328-9954-4C90-8048-0FA1D944239F}"/>
          </ac:cxnSpMkLst>
        </pc:cxn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20" creationId="{83C321FC-D35D-446C-9385-529BA26730EF}"/>
          </ac:cxnSpMkLst>
        </pc:cxn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22" creationId="{0AE465F3-0529-4B91-8B8B-0EEE375437FC}"/>
          </ac:cxnSpMkLst>
        </pc:cxnChg>
        <pc:cxnChg chg="add mod">
          <ac:chgData name="김건백" userId="da0e1cd9-2c5e-4228-8907-facf07e1249b" providerId="ADAL" clId="{490768D9-CA23-40A9-900B-5BCA97CA1137}" dt="2026-07-14T04:22:44.325" v="2845" actId="1076"/>
          <ac:cxnSpMkLst>
            <pc:docMk/>
            <pc:sldMk cId="3461815189" sldId="270"/>
            <ac:cxnSpMk id="27" creationId="{4493F2E0-571F-46DD-A8EA-B1458F9D312E}"/>
          </ac:cxnSpMkLst>
        </pc:cxnChg>
        <pc:cxnChg chg="del">
          <ac:chgData name="김건백" userId="da0e1cd9-2c5e-4228-8907-facf07e1249b" providerId="ADAL" clId="{490768D9-CA23-40A9-900B-5BCA97CA1137}" dt="2026-07-14T04:22:37.700" v="2843" actId="478"/>
          <ac:cxnSpMkLst>
            <pc:docMk/>
            <pc:sldMk cId="3461815189" sldId="270"/>
            <ac:cxnSpMk id="28" creationId="{EC8BE169-9C78-492E-A1AD-3E4DFC3B8D2C}"/>
          </ac:cxnSpMkLst>
        </pc:cxnChg>
        <pc:cxnChg chg="add del mod">
          <ac:chgData name="김건백" userId="da0e1cd9-2c5e-4228-8907-facf07e1249b" providerId="ADAL" clId="{490768D9-CA23-40A9-900B-5BCA97CA1137}" dt="2026-07-14T04:22:47.091" v="2846" actId="478"/>
          <ac:cxnSpMkLst>
            <pc:docMk/>
            <pc:sldMk cId="3461815189" sldId="270"/>
            <ac:cxnSpMk id="29" creationId="{D389A5C6-6C0A-4D2C-B39C-507830AFCACC}"/>
          </ac:cxnSpMkLst>
        </pc:cxnChg>
        <pc:cxnChg chg="add mod">
          <ac:chgData name="김건백" userId="da0e1cd9-2c5e-4228-8907-facf07e1249b" providerId="ADAL" clId="{490768D9-CA23-40A9-900B-5BCA97CA1137}" dt="2026-07-14T04:22:44.325" v="2845" actId="1076"/>
          <ac:cxnSpMkLst>
            <pc:docMk/>
            <pc:sldMk cId="3461815189" sldId="270"/>
            <ac:cxnSpMk id="30" creationId="{202BD643-C743-4641-8F22-C444579F3CD3}"/>
          </ac:cxnSpMkLst>
        </pc:cxnChg>
        <pc:cxnChg chg="add del mod">
          <ac:chgData name="김건백" userId="da0e1cd9-2c5e-4228-8907-facf07e1249b" providerId="ADAL" clId="{490768D9-CA23-40A9-900B-5BCA97CA1137}" dt="2026-07-14T04:22:48.061" v="2847" actId="478"/>
          <ac:cxnSpMkLst>
            <pc:docMk/>
            <pc:sldMk cId="3461815189" sldId="270"/>
            <ac:cxnSpMk id="31" creationId="{FD31973C-CE04-4CCD-BC6B-2FBA0A402584}"/>
          </ac:cxnSpMkLst>
        </pc:cxnChg>
        <pc:cxnChg chg="add mod">
          <ac:chgData name="김건백" userId="da0e1cd9-2c5e-4228-8907-facf07e1249b" providerId="ADAL" clId="{490768D9-CA23-40A9-900B-5BCA97CA1137}" dt="2026-07-14T04:22:56.649" v="2849" actId="1076"/>
          <ac:cxnSpMkLst>
            <pc:docMk/>
            <pc:sldMk cId="3461815189" sldId="270"/>
            <ac:cxnSpMk id="32" creationId="{CEA49D72-AE52-4A01-9F9D-B05F1A0D1507}"/>
          </ac:cxnSpMkLst>
        </pc:cxnChg>
      </pc:sldChg>
      <pc:sldChg chg="addSp delSp modSp add delAnim">
        <pc:chgData name="김건백" userId="da0e1cd9-2c5e-4228-8907-facf07e1249b" providerId="ADAL" clId="{490768D9-CA23-40A9-900B-5BCA97CA1137}" dt="2026-08-07T02:25:18.949" v="7305" actId="1076"/>
        <pc:sldMkLst>
          <pc:docMk/>
          <pc:sldMk cId="993066584" sldId="272"/>
        </pc:sldMkLst>
        <pc:spChg chg="add mod">
          <ac:chgData name="김건백" userId="da0e1cd9-2c5e-4228-8907-facf07e1249b" providerId="ADAL" clId="{490768D9-CA23-40A9-900B-5BCA97CA1137}" dt="2026-08-07T02:25:18.949" v="7305" actId="1076"/>
          <ac:spMkLst>
            <pc:docMk/>
            <pc:sldMk cId="993066584" sldId="272"/>
            <ac:spMk id="3" creationId="{172CCA51-BDDF-4C7D-83BE-A96BFA60F97C}"/>
          </ac:spMkLst>
        </pc:spChg>
        <pc:spChg chg="del">
          <ac:chgData name="김건백" userId="da0e1cd9-2c5e-4228-8907-facf07e1249b" providerId="ADAL" clId="{490768D9-CA23-40A9-900B-5BCA97CA1137}" dt="2026-07-14T04:29:05.113" v="2889" actId="478"/>
          <ac:spMkLst>
            <pc:docMk/>
            <pc:sldMk cId="993066584" sldId="272"/>
            <ac:spMk id="5" creationId="{904B22E0-88BB-465B-8363-C5D968573439}"/>
          </ac:spMkLst>
        </pc:spChg>
        <pc:spChg chg="del">
          <ac:chgData name="김건백" userId="da0e1cd9-2c5e-4228-8907-facf07e1249b" providerId="ADAL" clId="{490768D9-CA23-40A9-900B-5BCA97CA1137}" dt="2026-07-14T04:29:05.113" v="2889" actId="478"/>
          <ac:spMkLst>
            <pc:docMk/>
            <pc:sldMk cId="993066584" sldId="272"/>
            <ac:spMk id="6" creationId="{88E83E8A-539D-4C36-AC1F-83626AC184E5}"/>
          </ac:spMkLst>
        </pc:spChg>
        <pc:spChg chg="del">
          <ac:chgData name="김건백" userId="da0e1cd9-2c5e-4228-8907-facf07e1249b" providerId="ADAL" clId="{490768D9-CA23-40A9-900B-5BCA97CA1137}" dt="2026-07-14T04:29:05.113" v="2889" actId="478"/>
          <ac:spMkLst>
            <pc:docMk/>
            <pc:sldMk cId="993066584" sldId="272"/>
            <ac:spMk id="8" creationId="{04FCA04D-2D66-4EB3-A57F-1388D4B14EB6}"/>
          </ac:spMkLst>
        </pc:spChg>
        <pc:spChg chg="mod">
          <ac:chgData name="김건백" userId="da0e1cd9-2c5e-4228-8907-facf07e1249b" providerId="ADAL" clId="{490768D9-CA23-40A9-900B-5BCA97CA1137}" dt="2026-07-14T04:28:33.125" v="2866"/>
          <ac:spMkLst>
            <pc:docMk/>
            <pc:sldMk cId="993066584" sldId="272"/>
            <ac:spMk id="10" creationId="{D2D3F3CC-FF46-4C32-B30D-89EA36271807}"/>
          </ac:spMkLst>
        </pc:spChg>
        <pc:spChg chg="add mod">
          <ac:chgData name="김건백" userId="da0e1cd9-2c5e-4228-8907-facf07e1249b" providerId="ADAL" clId="{490768D9-CA23-40A9-900B-5BCA97CA1137}" dt="2026-07-23T05:03:40.290" v="4884" actId="20577"/>
          <ac:spMkLst>
            <pc:docMk/>
            <pc:sldMk cId="993066584" sldId="272"/>
            <ac:spMk id="15" creationId="{5EA0D871-79D8-49E8-B319-A2BD605ACB41}"/>
          </ac:spMkLst>
        </pc:spChg>
        <pc:spChg chg="add mod">
          <ac:chgData name="김건백" userId="da0e1cd9-2c5e-4228-8907-facf07e1249b" providerId="ADAL" clId="{490768D9-CA23-40A9-900B-5BCA97CA1137}" dt="2026-08-07T02:25:18.949" v="7305" actId="1076"/>
          <ac:spMkLst>
            <pc:docMk/>
            <pc:sldMk cId="993066584" sldId="272"/>
            <ac:spMk id="17" creationId="{7FDDF940-6F5F-44D2-9D02-AF6CAD294767}"/>
          </ac:spMkLst>
        </pc:spChg>
        <pc:spChg chg="del">
          <ac:chgData name="김건백" userId="da0e1cd9-2c5e-4228-8907-facf07e1249b" providerId="ADAL" clId="{490768D9-CA23-40A9-900B-5BCA97CA1137}" dt="2026-07-14T04:28:37.113" v="2867" actId="478"/>
          <ac:spMkLst>
            <pc:docMk/>
            <pc:sldMk cId="993066584" sldId="272"/>
            <ac:spMk id="24" creationId="{FA0B6529-745C-454A-BFA9-44ED508C5042}"/>
          </ac:spMkLst>
        </pc:spChg>
        <pc:spChg chg="del">
          <ac:chgData name="김건백" userId="da0e1cd9-2c5e-4228-8907-facf07e1249b" providerId="ADAL" clId="{490768D9-CA23-40A9-900B-5BCA97CA1137}" dt="2026-07-14T04:28:37.113" v="2867" actId="478"/>
          <ac:spMkLst>
            <pc:docMk/>
            <pc:sldMk cId="993066584" sldId="272"/>
            <ac:spMk id="25" creationId="{C01DFD9C-8981-43D8-A95A-9E88F846EE8A}"/>
          </ac:spMkLst>
        </pc:spChg>
        <pc:spChg chg="mod">
          <ac:chgData name="김건백" userId="da0e1cd9-2c5e-4228-8907-facf07e1249b" providerId="ADAL" clId="{490768D9-CA23-40A9-900B-5BCA97CA1137}" dt="2026-08-07T02:25:18.949" v="7305" actId="1076"/>
          <ac:spMkLst>
            <pc:docMk/>
            <pc:sldMk cId="993066584" sldId="272"/>
            <ac:spMk id="26" creationId="{6A342755-DB1D-4F1D-9243-866B3AB8F084}"/>
          </ac:spMkLst>
        </pc:spChg>
        <pc:spChg chg="add mod">
          <ac:chgData name="김건백" userId="da0e1cd9-2c5e-4228-8907-facf07e1249b" providerId="ADAL" clId="{490768D9-CA23-40A9-900B-5BCA97CA1137}" dt="2026-08-07T02:25:18.949" v="7305" actId="1076"/>
          <ac:spMkLst>
            <pc:docMk/>
            <pc:sldMk cId="993066584" sldId="272"/>
            <ac:spMk id="29" creationId="{91B2A3AD-41FA-4911-8700-09AEB13B5F9B}"/>
          </ac:spMkLst>
        </pc:spChg>
        <pc:spChg chg="del">
          <ac:chgData name="김건백" userId="da0e1cd9-2c5e-4228-8907-facf07e1249b" providerId="ADAL" clId="{490768D9-CA23-40A9-900B-5BCA97CA1137}" dt="2026-07-14T04:28:37.113" v="2867" actId="478"/>
          <ac:spMkLst>
            <pc:docMk/>
            <pc:sldMk cId="993066584" sldId="272"/>
            <ac:spMk id="33" creationId="{508B1C99-0958-493C-957F-93661D595F1A}"/>
          </ac:spMkLst>
        </pc:spChg>
        <pc:spChg chg="add mod">
          <ac:chgData name="김건백" userId="da0e1cd9-2c5e-4228-8907-facf07e1249b" providerId="ADAL" clId="{490768D9-CA23-40A9-900B-5BCA97CA1137}" dt="2026-07-14T04:44:53.194" v="3038" actId="1076"/>
          <ac:spMkLst>
            <pc:docMk/>
            <pc:sldMk cId="993066584" sldId="272"/>
            <ac:spMk id="38" creationId="{2D389EB3-A9DF-4D43-B80E-0183B8CFD3DC}"/>
          </ac:spMkLst>
        </pc:spChg>
        <pc:spChg chg="add mod">
          <ac:chgData name="김건백" userId="da0e1cd9-2c5e-4228-8907-facf07e1249b" providerId="ADAL" clId="{490768D9-CA23-40A9-900B-5BCA97CA1137}" dt="2026-07-14T04:44:53.194" v="3038" actId="1076"/>
          <ac:spMkLst>
            <pc:docMk/>
            <pc:sldMk cId="993066584" sldId="272"/>
            <ac:spMk id="39" creationId="{FC939BA3-2216-469B-A4E4-8847A2D2C78F}"/>
          </ac:spMkLst>
        </pc:spChg>
        <pc:spChg chg="add mod">
          <ac:chgData name="김건백" userId="da0e1cd9-2c5e-4228-8907-facf07e1249b" providerId="ADAL" clId="{490768D9-CA23-40A9-900B-5BCA97CA1137}" dt="2026-07-14T04:44:53.194" v="3038" actId="1076"/>
          <ac:spMkLst>
            <pc:docMk/>
            <pc:sldMk cId="993066584" sldId="272"/>
            <ac:spMk id="44" creationId="{FC8A2C89-D5D4-4981-85D5-A63B292BED9B}"/>
          </ac:spMkLst>
        </pc:spChg>
        <pc:spChg chg="add mod">
          <ac:chgData name="김건백" userId="da0e1cd9-2c5e-4228-8907-facf07e1249b" providerId="ADAL" clId="{490768D9-CA23-40A9-900B-5BCA97CA1137}" dt="2026-07-14T04:44:53.194" v="3038" actId="1076"/>
          <ac:spMkLst>
            <pc:docMk/>
            <pc:sldMk cId="993066584" sldId="272"/>
            <ac:spMk id="45" creationId="{CE499038-0CFA-4ABF-9C87-6DF36ED15061}"/>
          </ac:spMkLst>
        </pc:spChg>
        <pc:spChg chg="add del mod">
          <ac:chgData name="김건백" userId="da0e1cd9-2c5e-4228-8907-facf07e1249b" providerId="ADAL" clId="{490768D9-CA23-40A9-900B-5BCA97CA1137}" dt="2026-07-14T04:42:50.696" v="3024" actId="478"/>
          <ac:spMkLst>
            <pc:docMk/>
            <pc:sldMk cId="993066584" sldId="272"/>
            <ac:spMk id="46" creationId="{89C4484D-2179-4029-BFD7-3A0E44268EBA}"/>
          </ac:spMkLst>
        </pc:spChg>
        <pc:cxnChg chg="add mod ord">
          <ac:chgData name="김건백" userId="da0e1cd9-2c5e-4228-8907-facf07e1249b" providerId="ADAL" clId="{490768D9-CA23-40A9-900B-5BCA97CA1137}" dt="2026-08-07T02:25:18.949" v="7305" actId="1076"/>
          <ac:cxnSpMkLst>
            <pc:docMk/>
            <pc:sldMk cId="993066584" sldId="272"/>
            <ac:cxnSpMk id="16" creationId="{7ABF7D94-CC3E-4984-9175-C018BB338FF7}"/>
          </ac:cxnSpMkLst>
        </pc:cxnChg>
        <pc:cxnChg chg="del">
          <ac:chgData name="김건백" userId="da0e1cd9-2c5e-4228-8907-facf07e1249b" providerId="ADAL" clId="{490768D9-CA23-40A9-900B-5BCA97CA1137}" dt="2026-07-14T04:28:37.113" v="2867" actId="478"/>
          <ac:cxnSpMkLst>
            <pc:docMk/>
            <pc:sldMk cId="993066584" sldId="272"/>
            <ac:cxnSpMk id="19" creationId="{4B6D7328-9954-4C90-8048-0FA1D944239F}"/>
          </ac:cxnSpMkLst>
        </pc:cxnChg>
        <pc:cxnChg chg="add mod">
          <ac:chgData name="김건백" userId="da0e1cd9-2c5e-4228-8907-facf07e1249b" providerId="ADAL" clId="{490768D9-CA23-40A9-900B-5BCA97CA1137}" dt="2026-08-07T02:25:18.949" v="7305" actId="1076"/>
          <ac:cxnSpMkLst>
            <pc:docMk/>
            <pc:sldMk cId="993066584" sldId="272"/>
            <ac:cxnSpMk id="20" creationId="{62D9CFE8-CBD6-4978-9BF4-3798101893DB}"/>
          </ac:cxnSpMkLst>
        </pc:cxnChg>
        <pc:cxnChg chg="del">
          <ac:chgData name="김건백" userId="da0e1cd9-2c5e-4228-8907-facf07e1249b" providerId="ADAL" clId="{490768D9-CA23-40A9-900B-5BCA97CA1137}" dt="2026-07-14T04:28:37.113" v="2867" actId="478"/>
          <ac:cxnSpMkLst>
            <pc:docMk/>
            <pc:sldMk cId="993066584" sldId="272"/>
            <ac:cxnSpMk id="27" creationId="{4493F2E0-571F-46DD-A8EA-B1458F9D312E}"/>
          </ac:cxnSpMkLst>
        </pc:cxnChg>
        <pc:cxnChg chg="add mod">
          <ac:chgData name="김건백" userId="da0e1cd9-2c5e-4228-8907-facf07e1249b" providerId="ADAL" clId="{490768D9-CA23-40A9-900B-5BCA97CA1137}" dt="2026-08-07T02:25:18.949" v="7305" actId="1076"/>
          <ac:cxnSpMkLst>
            <pc:docMk/>
            <pc:sldMk cId="993066584" sldId="272"/>
            <ac:cxnSpMk id="28" creationId="{6B096635-66BB-47BE-BEB5-7B01934EB93F}"/>
          </ac:cxnSpMkLst>
        </pc:cxnChg>
        <pc:cxnChg chg="del">
          <ac:chgData name="김건백" userId="da0e1cd9-2c5e-4228-8907-facf07e1249b" providerId="ADAL" clId="{490768D9-CA23-40A9-900B-5BCA97CA1137}" dt="2026-07-14T04:28:37.113" v="2867" actId="478"/>
          <ac:cxnSpMkLst>
            <pc:docMk/>
            <pc:sldMk cId="993066584" sldId="272"/>
            <ac:cxnSpMk id="30" creationId="{202BD643-C743-4641-8F22-C444579F3CD3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31" creationId="{11BE5100-AB26-4792-AB64-B7EC2873BE8E}"/>
          </ac:cxnSpMkLst>
        </pc:cxnChg>
        <pc:cxnChg chg="del">
          <ac:chgData name="김건백" userId="da0e1cd9-2c5e-4228-8907-facf07e1249b" providerId="ADAL" clId="{490768D9-CA23-40A9-900B-5BCA97CA1137}" dt="2026-07-14T04:28:37.113" v="2867" actId="478"/>
          <ac:cxnSpMkLst>
            <pc:docMk/>
            <pc:sldMk cId="993066584" sldId="272"/>
            <ac:cxnSpMk id="32" creationId="{CEA49D72-AE52-4A01-9F9D-B05F1A0D1507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34" creationId="{E5892F09-E333-4C3C-8059-BD5B6B5CACEB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35" creationId="{55B47E9F-8327-479B-B558-8DBA6A9114A6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36" creationId="{1B4BAE4E-155B-4CAE-9081-62A097F9891D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37" creationId="{BF63564E-CC53-4D2C-99EE-F7CD3403DACD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40" creationId="{47AB9F94-21AF-4B1E-B706-4CE7B7E0D283}"/>
          </ac:cxnSpMkLst>
        </pc:cxnChg>
        <pc:cxnChg chg="add mod">
          <ac:chgData name="김건백" userId="da0e1cd9-2c5e-4228-8907-facf07e1249b" providerId="ADAL" clId="{490768D9-CA23-40A9-900B-5BCA97CA1137}" dt="2026-07-14T04:39:50.763" v="2989" actId="571"/>
          <ac:cxnSpMkLst>
            <pc:docMk/>
            <pc:sldMk cId="993066584" sldId="272"/>
            <ac:cxnSpMk id="41" creationId="{CEB561B1-5F1D-44FA-A220-C1082EC7BE24}"/>
          </ac:cxnSpMkLst>
        </pc:cxnChg>
        <pc:cxnChg chg="add mod">
          <ac:chgData name="김건백" userId="da0e1cd9-2c5e-4228-8907-facf07e1249b" providerId="ADAL" clId="{490768D9-CA23-40A9-900B-5BCA97CA1137}" dt="2026-07-14T04:44:53.194" v="3038" actId="1076"/>
          <ac:cxnSpMkLst>
            <pc:docMk/>
            <pc:sldMk cId="993066584" sldId="272"/>
            <ac:cxnSpMk id="42" creationId="{157450EB-0B6D-4EC8-95E5-ED0685645BCA}"/>
          </ac:cxnSpMkLst>
        </pc:cxnChg>
      </pc:sldChg>
      <pc:sldChg chg="addSp delSp modSp add">
        <pc:chgData name="김건백" userId="da0e1cd9-2c5e-4228-8907-facf07e1249b" providerId="ADAL" clId="{490768D9-CA23-40A9-900B-5BCA97CA1137}" dt="2026-07-15T00:19:15.585" v="4765"/>
        <pc:sldMkLst>
          <pc:docMk/>
          <pc:sldMk cId="911680679" sldId="273"/>
        </pc:sldMkLst>
        <pc:spChg chg="mod">
          <ac:chgData name="김건백" userId="da0e1cd9-2c5e-4228-8907-facf07e1249b" providerId="ADAL" clId="{490768D9-CA23-40A9-900B-5BCA97CA1137}" dt="2026-07-14T04:48:08.106" v="3085" actId="1076"/>
          <ac:spMkLst>
            <pc:docMk/>
            <pc:sldMk cId="911680679" sldId="273"/>
            <ac:spMk id="2" creationId="{EAF617DC-9344-4F15-A35A-4FBD4FB5E5DD}"/>
          </ac:spMkLst>
        </pc:spChg>
        <pc:spChg chg="del">
          <ac:chgData name="김건백" userId="da0e1cd9-2c5e-4228-8907-facf07e1249b" providerId="ADAL" clId="{490768D9-CA23-40A9-900B-5BCA97CA1137}" dt="2026-07-14T04:44:14.852" v="3027" actId="478"/>
          <ac:spMkLst>
            <pc:docMk/>
            <pc:sldMk cId="911680679" sldId="273"/>
            <ac:spMk id="3" creationId="{172CCA51-BDDF-4C7D-83BE-A96BFA60F97C}"/>
          </ac:spMkLst>
        </pc:spChg>
        <pc:spChg chg="add mod or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9" creationId="{FED0B90A-3A63-46B8-AD28-A0F00F348181}"/>
          </ac:spMkLst>
        </pc:spChg>
        <pc:spChg chg="mod">
          <ac:chgData name="김건백" userId="da0e1cd9-2c5e-4228-8907-facf07e1249b" providerId="ADAL" clId="{490768D9-CA23-40A9-900B-5BCA97CA1137}" dt="2026-07-15T00:19:15.585" v="4765"/>
          <ac:spMkLst>
            <pc:docMk/>
            <pc:sldMk cId="911680679" sldId="273"/>
            <ac:spMk id="10" creationId="{D2D3F3CC-FF46-4C32-B30D-89EA36271807}"/>
          </ac:spMkLst>
        </pc:spChg>
        <pc:spChg chg="add mod">
          <ac:chgData name="김건백" userId="da0e1cd9-2c5e-4228-8907-facf07e1249b" providerId="ADAL" clId="{490768D9-CA23-40A9-900B-5BCA97CA1137}" dt="2026-07-14T05:38:00.398" v="3374" actId="20577"/>
          <ac:spMkLst>
            <pc:docMk/>
            <pc:sldMk cId="911680679" sldId="273"/>
            <ac:spMk id="11" creationId="{74EE769A-BB3A-4D5F-966F-21101C88EC79}"/>
          </ac:spMkLst>
        </pc:spChg>
        <pc:spChg chg="add mod">
          <ac:chgData name="김건백" userId="da0e1cd9-2c5e-4228-8907-facf07e1249b" providerId="ADAL" clId="{490768D9-CA23-40A9-900B-5BCA97CA1137}" dt="2026-07-14T04:53:25.085" v="3343" actId="403"/>
          <ac:spMkLst>
            <pc:docMk/>
            <pc:sldMk cId="911680679" sldId="273"/>
            <ac:spMk id="12" creationId="{754267C0-8B69-460E-9C96-3A195ADA39DE}"/>
          </ac:spMkLst>
        </pc:spChg>
        <pc:spChg chg="del">
          <ac:chgData name="김건백" userId="da0e1cd9-2c5e-4228-8907-facf07e1249b" providerId="ADAL" clId="{490768D9-CA23-40A9-900B-5BCA97CA1137}" dt="2026-07-14T04:48:09.598" v="3086" actId="478"/>
          <ac:spMkLst>
            <pc:docMk/>
            <pc:sldMk cId="911680679" sldId="273"/>
            <ac:spMk id="15" creationId="{5EA0D871-79D8-49E8-B319-A2BD605ACB41}"/>
          </ac:spMkLst>
        </pc:spChg>
        <pc:spChg chg="del">
          <ac:chgData name="김건백" userId="da0e1cd9-2c5e-4228-8907-facf07e1249b" providerId="ADAL" clId="{490768D9-CA23-40A9-900B-5BCA97CA1137}" dt="2026-07-14T04:44:14.852" v="3027" actId="478"/>
          <ac:spMkLst>
            <pc:docMk/>
            <pc:sldMk cId="911680679" sldId="273"/>
            <ac:spMk id="17" creationId="{7FDDF940-6F5F-44D2-9D02-AF6CAD294767}"/>
          </ac:spMkLst>
        </pc:spChg>
        <pc:spChg chg="del">
          <ac:chgData name="김건백" userId="da0e1cd9-2c5e-4228-8907-facf07e1249b" providerId="ADAL" clId="{490768D9-CA23-40A9-900B-5BCA97CA1137}" dt="2026-07-14T04:44:14.852" v="3027" actId="478"/>
          <ac:spMkLst>
            <pc:docMk/>
            <pc:sldMk cId="911680679" sldId="273"/>
            <ac:spMk id="26" creationId="{6A342755-DB1D-4F1D-9243-866B3AB8F084}"/>
          </ac:spMkLst>
        </pc:spChg>
        <pc:spChg chg="del">
          <ac:chgData name="김건백" userId="da0e1cd9-2c5e-4228-8907-facf07e1249b" providerId="ADAL" clId="{490768D9-CA23-40A9-900B-5BCA97CA1137}" dt="2026-07-14T04:44:14.852" v="3027" actId="478"/>
          <ac:spMkLst>
            <pc:docMk/>
            <pc:sldMk cId="911680679" sldId="273"/>
            <ac:spMk id="29" creationId="{91B2A3AD-41FA-4911-8700-09AEB13B5F9B}"/>
          </ac:spMkLst>
        </pc:spChg>
        <pc:spChg chg="add mo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32" creationId="{7B751930-0104-4AC0-BF5F-8C5679435F01}"/>
          </ac:spMkLst>
        </pc:spChg>
        <pc:spChg chg="add mo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33" creationId="{FDAA85B5-3534-4810-A692-0154786E05C5}"/>
          </ac:spMkLst>
        </pc:spChg>
        <pc:spChg chg="mo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38" creationId="{2D389EB3-A9DF-4D43-B80E-0183B8CFD3DC}"/>
          </ac:spMkLst>
        </pc:spChg>
        <pc:spChg chg="del">
          <ac:chgData name="김건백" userId="da0e1cd9-2c5e-4228-8907-facf07e1249b" providerId="ADAL" clId="{490768D9-CA23-40A9-900B-5BCA97CA1137}" dt="2026-07-14T04:46:34.180" v="3061" actId="478"/>
          <ac:spMkLst>
            <pc:docMk/>
            <pc:sldMk cId="911680679" sldId="273"/>
            <ac:spMk id="39" creationId="{FC939BA3-2216-469B-A4E4-8847A2D2C78F}"/>
          </ac:spMkLst>
        </pc:spChg>
        <pc:spChg chg="add mod">
          <ac:chgData name="김건백" userId="da0e1cd9-2c5e-4228-8907-facf07e1249b" providerId="ADAL" clId="{490768D9-CA23-40A9-900B-5BCA97CA1137}" dt="2026-07-14T04:51:23.080" v="3267" actId="1076"/>
          <ac:spMkLst>
            <pc:docMk/>
            <pc:sldMk cId="911680679" sldId="273"/>
            <ac:spMk id="41" creationId="{C6607CA9-1A6A-48BA-8B94-F6D07615CFC2}"/>
          </ac:spMkLst>
        </pc:spChg>
        <pc:spChg chg="add mod">
          <ac:chgData name="김건백" userId="da0e1cd9-2c5e-4228-8907-facf07e1249b" providerId="ADAL" clId="{490768D9-CA23-40A9-900B-5BCA97CA1137}" dt="2026-07-14T06:15:03.515" v="4165" actId="1076"/>
          <ac:spMkLst>
            <pc:docMk/>
            <pc:sldMk cId="911680679" sldId="273"/>
            <ac:spMk id="43" creationId="{22DDF68A-6139-4BF7-837D-39689068CFCA}"/>
          </ac:spMkLst>
        </pc:spChg>
        <pc:spChg chg="mo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44" creationId="{FC8A2C89-D5D4-4981-85D5-A63B292BED9B}"/>
          </ac:spMkLst>
        </pc:spChg>
        <pc:spChg chg="mod">
          <ac:chgData name="김건백" userId="da0e1cd9-2c5e-4228-8907-facf07e1249b" providerId="ADAL" clId="{490768D9-CA23-40A9-900B-5BCA97CA1137}" dt="2026-07-14T04:54:04.570" v="3348" actId="1076"/>
          <ac:spMkLst>
            <pc:docMk/>
            <pc:sldMk cId="911680679" sldId="273"/>
            <ac:spMk id="45" creationId="{CE499038-0CFA-4ABF-9C87-6DF36ED15061}"/>
          </ac:spMkLst>
        </pc:spChg>
        <pc:cxnChg chg="del">
          <ac:chgData name="김건백" userId="da0e1cd9-2c5e-4228-8907-facf07e1249b" providerId="ADAL" clId="{490768D9-CA23-40A9-900B-5BCA97CA1137}" dt="2026-07-14T04:44:14.852" v="3027" actId="478"/>
          <ac:cxnSpMkLst>
            <pc:docMk/>
            <pc:sldMk cId="911680679" sldId="273"/>
            <ac:cxnSpMk id="16" creationId="{7ABF7D94-CC3E-4984-9175-C018BB338FF7}"/>
          </ac:cxnSpMkLst>
        </pc:cxnChg>
        <pc:cxnChg chg="del">
          <ac:chgData name="김건백" userId="da0e1cd9-2c5e-4228-8907-facf07e1249b" providerId="ADAL" clId="{490768D9-CA23-40A9-900B-5BCA97CA1137}" dt="2026-07-14T04:44:14.852" v="3027" actId="478"/>
          <ac:cxnSpMkLst>
            <pc:docMk/>
            <pc:sldMk cId="911680679" sldId="273"/>
            <ac:cxnSpMk id="20" creationId="{62D9CFE8-CBD6-4978-9BF4-3798101893DB}"/>
          </ac:cxnSpMkLst>
        </pc:cxnChg>
        <pc:cxnChg chg="del">
          <ac:chgData name="김건백" userId="da0e1cd9-2c5e-4228-8907-facf07e1249b" providerId="ADAL" clId="{490768D9-CA23-40A9-900B-5BCA97CA1137}" dt="2026-07-14T04:44:14.852" v="3027" actId="478"/>
          <ac:cxnSpMkLst>
            <pc:docMk/>
            <pc:sldMk cId="911680679" sldId="273"/>
            <ac:cxnSpMk id="28" creationId="{6B096635-66BB-47BE-BEB5-7B01934EB93F}"/>
          </ac:cxnSpMkLst>
        </pc:cxnChg>
        <pc:cxnChg chg="add mod ord">
          <ac:chgData name="김건백" userId="da0e1cd9-2c5e-4228-8907-facf07e1249b" providerId="ADAL" clId="{490768D9-CA23-40A9-900B-5BCA97CA1137}" dt="2026-07-14T04:54:04.570" v="3348" actId="1076"/>
          <ac:cxnSpMkLst>
            <pc:docMk/>
            <pc:sldMk cId="911680679" sldId="273"/>
            <ac:cxnSpMk id="30" creationId="{F9EC149A-7305-47A9-8906-2F0280C38FC3}"/>
          </ac:cxnSpMkLst>
        </pc:cxnChg>
        <pc:cxnChg chg="mod ord">
          <ac:chgData name="김건백" userId="da0e1cd9-2c5e-4228-8907-facf07e1249b" providerId="ADAL" clId="{490768D9-CA23-40A9-900B-5BCA97CA1137}" dt="2026-07-14T04:54:04.570" v="3348" actId="1076"/>
          <ac:cxnSpMkLst>
            <pc:docMk/>
            <pc:sldMk cId="911680679" sldId="273"/>
            <ac:cxnSpMk id="31" creationId="{11BE5100-AB26-4792-AB64-B7EC2873BE8E}"/>
          </ac:cxnSpMkLst>
        </pc:cxnChg>
        <pc:cxnChg chg="del">
          <ac:chgData name="김건백" userId="da0e1cd9-2c5e-4228-8907-facf07e1249b" providerId="ADAL" clId="{490768D9-CA23-40A9-900B-5BCA97CA1137}" dt="2026-07-14T04:46:34.180" v="3061" actId="478"/>
          <ac:cxnSpMkLst>
            <pc:docMk/>
            <pc:sldMk cId="911680679" sldId="273"/>
            <ac:cxnSpMk id="34" creationId="{E5892F09-E333-4C3C-8059-BD5B6B5CACEB}"/>
          </ac:cxnSpMkLst>
        </pc:cxnChg>
        <pc:cxnChg chg="del">
          <ac:chgData name="김건백" userId="da0e1cd9-2c5e-4228-8907-facf07e1249b" providerId="ADAL" clId="{490768D9-CA23-40A9-900B-5BCA97CA1137}" dt="2026-07-14T04:46:34.180" v="3061" actId="478"/>
          <ac:cxnSpMkLst>
            <pc:docMk/>
            <pc:sldMk cId="911680679" sldId="273"/>
            <ac:cxnSpMk id="35" creationId="{55B47E9F-8327-479B-B558-8DBA6A9114A6}"/>
          </ac:cxnSpMkLst>
        </pc:cxnChg>
        <pc:cxnChg chg="del">
          <ac:chgData name="김건백" userId="da0e1cd9-2c5e-4228-8907-facf07e1249b" providerId="ADAL" clId="{490768D9-CA23-40A9-900B-5BCA97CA1137}" dt="2026-07-14T04:46:34.180" v="3061" actId="478"/>
          <ac:cxnSpMkLst>
            <pc:docMk/>
            <pc:sldMk cId="911680679" sldId="273"/>
            <ac:cxnSpMk id="36" creationId="{1B4BAE4E-155B-4CAE-9081-62A097F9891D}"/>
          </ac:cxnSpMkLst>
        </pc:cxnChg>
        <pc:cxnChg chg="mod ord">
          <ac:chgData name="김건백" userId="da0e1cd9-2c5e-4228-8907-facf07e1249b" providerId="ADAL" clId="{490768D9-CA23-40A9-900B-5BCA97CA1137}" dt="2026-07-14T04:54:04.570" v="3348" actId="1076"/>
          <ac:cxnSpMkLst>
            <pc:docMk/>
            <pc:sldMk cId="911680679" sldId="273"/>
            <ac:cxnSpMk id="37" creationId="{BF63564E-CC53-4D2C-99EE-F7CD3403DACD}"/>
          </ac:cxnSpMkLst>
        </pc:cxnChg>
        <pc:cxnChg chg="mod">
          <ac:chgData name="김건백" userId="da0e1cd9-2c5e-4228-8907-facf07e1249b" providerId="ADAL" clId="{490768D9-CA23-40A9-900B-5BCA97CA1137}" dt="2026-07-14T04:54:04.570" v="3348" actId="1076"/>
          <ac:cxnSpMkLst>
            <pc:docMk/>
            <pc:sldMk cId="911680679" sldId="273"/>
            <ac:cxnSpMk id="40" creationId="{47AB9F94-21AF-4B1E-B706-4CE7B7E0D283}"/>
          </ac:cxnSpMkLst>
        </pc:cxnChg>
        <pc:cxnChg chg="mod">
          <ac:chgData name="김건백" userId="da0e1cd9-2c5e-4228-8907-facf07e1249b" providerId="ADAL" clId="{490768D9-CA23-40A9-900B-5BCA97CA1137}" dt="2026-07-14T04:54:04.570" v="3348" actId="1076"/>
          <ac:cxnSpMkLst>
            <pc:docMk/>
            <pc:sldMk cId="911680679" sldId="273"/>
            <ac:cxnSpMk id="42" creationId="{157450EB-0B6D-4EC8-95E5-ED0685645BCA}"/>
          </ac:cxnSpMkLst>
        </pc:cxnChg>
      </pc:sldChg>
      <pc:sldChg chg="addSp delSp modSp add modAnim">
        <pc:chgData name="김건백" userId="da0e1cd9-2c5e-4228-8907-facf07e1249b" providerId="ADAL" clId="{490768D9-CA23-40A9-900B-5BCA97CA1137}" dt="2026-07-23T05:04:03.672" v="4893" actId="20577"/>
        <pc:sldMkLst>
          <pc:docMk/>
          <pc:sldMk cId="1828230844" sldId="274"/>
        </pc:sldMkLst>
        <pc:spChg chg="mod">
          <ac:chgData name="김건백" userId="da0e1cd9-2c5e-4228-8907-facf07e1249b" providerId="ADAL" clId="{490768D9-CA23-40A9-900B-5BCA97CA1137}" dt="2026-07-14T05:39:14.230" v="3462" actId="1076"/>
          <ac:spMkLst>
            <pc:docMk/>
            <pc:sldMk cId="1828230844" sldId="274"/>
            <ac:spMk id="2" creationId="{EAF617DC-9344-4F15-A35A-4FBD4FB5E5DD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9" creationId="{FED0B90A-3A63-46B8-AD28-A0F00F348181}"/>
          </ac:spMkLst>
        </pc:spChg>
        <pc:spChg chg="mod">
          <ac:chgData name="김건백" userId="da0e1cd9-2c5e-4228-8907-facf07e1249b" providerId="ADAL" clId="{490768D9-CA23-40A9-900B-5BCA97CA1137}" dt="2026-07-14T05:38:14.803" v="3390"/>
          <ac:spMkLst>
            <pc:docMk/>
            <pc:sldMk cId="1828230844" sldId="274"/>
            <ac:spMk id="10" creationId="{D2D3F3CC-FF46-4C32-B30D-89EA36271807}"/>
          </ac:spMkLst>
        </pc:spChg>
        <pc:spChg chg="del">
          <ac:chgData name="김건백" userId="da0e1cd9-2c5e-4228-8907-facf07e1249b" providerId="ADAL" clId="{490768D9-CA23-40A9-900B-5BCA97CA1137}" dt="2026-07-14T05:38:18.967" v="3391" actId="478"/>
          <ac:spMkLst>
            <pc:docMk/>
            <pc:sldMk cId="1828230844" sldId="274"/>
            <ac:spMk id="11" creationId="{74EE769A-BB3A-4D5F-966F-21101C88EC79}"/>
          </ac:spMkLst>
        </pc:spChg>
        <pc:spChg chg="del">
          <ac:chgData name="김건백" userId="da0e1cd9-2c5e-4228-8907-facf07e1249b" providerId="ADAL" clId="{490768D9-CA23-40A9-900B-5BCA97CA1137}" dt="2026-07-14T05:38:18.967" v="3391" actId="478"/>
          <ac:spMkLst>
            <pc:docMk/>
            <pc:sldMk cId="1828230844" sldId="274"/>
            <ac:spMk id="12" creationId="{754267C0-8B69-460E-9C96-3A195ADA39DE}"/>
          </ac:spMkLst>
        </pc:spChg>
        <pc:spChg chg="add mod">
          <ac:chgData name="김건백" userId="da0e1cd9-2c5e-4228-8907-facf07e1249b" providerId="ADAL" clId="{490768D9-CA23-40A9-900B-5BCA97CA1137}" dt="2026-07-14T05:48:36.920" v="3887" actId="1076"/>
          <ac:spMkLst>
            <pc:docMk/>
            <pc:sldMk cId="1828230844" sldId="274"/>
            <ac:spMk id="19" creationId="{42B32BAB-FE0E-4D16-85BC-B7C5F7C77698}"/>
          </ac:spMkLst>
        </pc:spChg>
        <pc:spChg chg="add mod">
          <ac:chgData name="김건백" userId="da0e1cd9-2c5e-4228-8907-facf07e1249b" providerId="ADAL" clId="{490768D9-CA23-40A9-900B-5BCA97CA1137}" dt="2026-07-14T05:48:48.927" v="3889" actId="1076"/>
          <ac:spMkLst>
            <pc:docMk/>
            <pc:sldMk cId="1828230844" sldId="274"/>
            <ac:spMk id="20" creationId="{69872C85-941B-4795-A142-FB18AAE314F9}"/>
          </ac:spMkLst>
        </pc:spChg>
        <pc:spChg chg="add mod">
          <ac:chgData name="김건백" userId="da0e1cd9-2c5e-4228-8907-facf07e1249b" providerId="ADAL" clId="{490768D9-CA23-40A9-900B-5BCA97CA1137}" dt="2026-07-14T05:48:29.768" v="3882" actId="1076"/>
          <ac:spMkLst>
            <pc:docMk/>
            <pc:sldMk cId="1828230844" sldId="274"/>
            <ac:spMk id="23" creationId="{0AD470C3-9252-4D66-96FF-45B21DC5C51B}"/>
          </ac:spMkLst>
        </pc:spChg>
        <pc:spChg chg="add mod">
          <ac:chgData name="김건백" userId="da0e1cd9-2c5e-4228-8907-facf07e1249b" providerId="ADAL" clId="{490768D9-CA23-40A9-900B-5BCA97CA1137}" dt="2026-07-14T05:48:29.768" v="3882" actId="1076"/>
          <ac:spMkLst>
            <pc:docMk/>
            <pc:sldMk cId="1828230844" sldId="274"/>
            <ac:spMk id="24" creationId="{C2E5D9F0-0E18-413C-9ECF-A04904BF1BC1}"/>
          </ac:spMkLst>
        </pc:spChg>
        <pc:spChg chg="add mod ord">
          <ac:chgData name="김건백" userId="da0e1cd9-2c5e-4228-8907-facf07e1249b" providerId="ADAL" clId="{490768D9-CA23-40A9-900B-5BCA97CA1137}" dt="2026-07-14T05:48:34.054" v="3886" actId="1076"/>
          <ac:spMkLst>
            <pc:docMk/>
            <pc:sldMk cId="1828230844" sldId="274"/>
            <ac:spMk id="25" creationId="{7684434E-ED28-4FF4-9465-6943B0A634E0}"/>
          </ac:spMkLst>
        </pc:spChg>
        <pc:spChg chg="add mod">
          <ac:chgData name="김건백" userId="da0e1cd9-2c5e-4228-8907-facf07e1249b" providerId="ADAL" clId="{490768D9-CA23-40A9-900B-5BCA97CA1137}" dt="2026-07-14T05:48:11.811" v="3879" actId="1076"/>
          <ac:spMkLst>
            <pc:docMk/>
            <pc:sldMk cId="1828230844" sldId="274"/>
            <ac:spMk id="26" creationId="{268E52A5-44DA-4819-9F6B-5AE6E76B2830}"/>
          </ac:spMkLst>
        </pc:spChg>
        <pc:spChg chg="add mod">
          <ac:chgData name="김건백" userId="da0e1cd9-2c5e-4228-8907-facf07e1249b" providerId="ADAL" clId="{490768D9-CA23-40A9-900B-5BCA97CA1137}" dt="2026-07-14T05:53:35.227" v="4006" actId="1076"/>
          <ac:spMkLst>
            <pc:docMk/>
            <pc:sldMk cId="1828230844" sldId="274"/>
            <ac:spMk id="27" creationId="{14F5ACEE-BB17-4EF8-85F3-78F96F144DA1}"/>
          </ac:spMkLst>
        </pc:spChg>
        <pc:spChg chg="add mod">
          <ac:chgData name="김건백" userId="da0e1cd9-2c5e-4228-8907-facf07e1249b" providerId="ADAL" clId="{490768D9-CA23-40A9-900B-5BCA97CA1137}" dt="2026-07-23T05:04:03.672" v="4893" actId="20577"/>
          <ac:spMkLst>
            <pc:docMk/>
            <pc:sldMk cId="1828230844" sldId="274"/>
            <ac:spMk id="28" creationId="{13853E54-47FB-467F-8510-A16BC6B11DE2}"/>
          </ac:spMkLst>
        </pc:spChg>
        <pc:spChg chg="add del mod">
          <ac:chgData name="김건백" userId="da0e1cd9-2c5e-4228-8907-facf07e1249b" providerId="ADAL" clId="{490768D9-CA23-40A9-900B-5BCA97CA1137}" dt="2026-07-14T05:53:07.615" v="4003" actId="478"/>
          <ac:spMkLst>
            <pc:docMk/>
            <pc:sldMk cId="1828230844" sldId="274"/>
            <ac:spMk id="29" creationId="{DD06F236-6C29-4199-BEE9-A3FD716073BC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32" creationId="{7B751930-0104-4AC0-BF5F-8C5679435F01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33" creationId="{FDAA85B5-3534-4810-A692-0154786E05C5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38" creationId="{2D389EB3-A9DF-4D43-B80E-0183B8CFD3DC}"/>
          </ac:spMkLst>
        </pc:spChg>
        <pc:spChg chg="del">
          <ac:chgData name="김건백" userId="da0e1cd9-2c5e-4228-8907-facf07e1249b" providerId="ADAL" clId="{490768D9-CA23-40A9-900B-5BCA97CA1137}" dt="2026-07-14T05:38:18.967" v="3391" actId="478"/>
          <ac:spMkLst>
            <pc:docMk/>
            <pc:sldMk cId="1828230844" sldId="274"/>
            <ac:spMk id="41" creationId="{C6607CA9-1A6A-48BA-8B94-F6D07615CFC2}"/>
          </ac:spMkLst>
        </pc:spChg>
        <pc:spChg chg="del">
          <ac:chgData name="김건백" userId="da0e1cd9-2c5e-4228-8907-facf07e1249b" providerId="ADAL" clId="{490768D9-CA23-40A9-900B-5BCA97CA1137}" dt="2026-07-14T05:38:18.967" v="3391" actId="478"/>
          <ac:spMkLst>
            <pc:docMk/>
            <pc:sldMk cId="1828230844" sldId="274"/>
            <ac:spMk id="43" creationId="{22DDF68A-6139-4BF7-837D-39689068CFCA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44" creationId="{FC8A2C89-D5D4-4981-85D5-A63B292BED9B}"/>
          </ac:spMkLst>
        </pc:spChg>
        <pc:spChg chg="del mod">
          <ac:chgData name="김건백" userId="da0e1cd9-2c5e-4228-8907-facf07e1249b" providerId="ADAL" clId="{490768D9-CA23-40A9-900B-5BCA97CA1137}" dt="2026-07-14T05:40:16.155" v="3511" actId="478"/>
          <ac:spMkLst>
            <pc:docMk/>
            <pc:sldMk cId="1828230844" sldId="274"/>
            <ac:spMk id="45" creationId="{CE499038-0CFA-4ABF-9C87-6DF36ED15061}"/>
          </ac:spMkLst>
        </pc:spChg>
        <pc:cxnChg chg="add mod">
          <ac:chgData name="김건백" userId="da0e1cd9-2c5e-4228-8907-facf07e1249b" providerId="ADAL" clId="{490768D9-CA23-40A9-900B-5BCA97CA1137}" dt="2026-07-14T05:48:29.768" v="3882" actId="1076"/>
          <ac:cxnSpMkLst>
            <pc:docMk/>
            <pc:sldMk cId="1828230844" sldId="274"/>
            <ac:cxnSpMk id="21" creationId="{0559F37D-E573-4B02-A0DF-DEB2847711D2}"/>
          </ac:cxnSpMkLst>
        </pc:cxnChg>
        <pc:cxnChg chg="add mod">
          <ac:chgData name="김건백" userId="da0e1cd9-2c5e-4228-8907-facf07e1249b" providerId="ADAL" clId="{490768D9-CA23-40A9-900B-5BCA97CA1137}" dt="2026-07-14T05:48:29.768" v="3882" actId="1076"/>
          <ac:cxnSpMkLst>
            <pc:docMk/>
            <pc:sldMk cId="1828230844" sldId="274"/>
            <ac:cxnSpMk id="22" creationId="{9986C148-7549-4FA5-9544-15FCBACFF3AF}"/>
          </ac:cxnSpMkLst>
        </pc:cxnChg>
        <pc:cxnChg chg="del mod">
          <ac:chgData name="김건백" userId="da0e1cd9-2c5e-4228-8907-facf07e1249b" providerId="ADAL" clId="{490768D9-CA23-40A9-900B-5BCA97CA1137}" dt="2026-07-14T05:40:16.155" v="3511" actId="478"/>
          <ac:cxnSpMkLst>
            <pc:docMk/>
            <pc:sldMk cId="1828230844" sldId="274"/>
            <ac:cxnSpMk id="30" creationId="{F9EC149A-7305-47A9-8906-2F0280C38FC3}"/>
          </ac:cxnSpMkLst>
        </pc:cxnChg>
        <pc:cxnChg chg="del mod">
          <ac:chgData name="김건백" userId="da0e1cd9-2c5e-4228-8907-facf07e1249b" providerId="ADAL" clId="{490768D9-CA23-40A9-900B-5BCA97CA1137}" dt="2026-07-14T05:40:16.155" v="3511" actId="478"/>
          <ac:cxnSpMkLst>
            <pc:docMk/>
            <pc:sldMk cId="1828230844" sldId="274"/>
            <ac:cxnSpMk id="31" creationId="{11BE5100-AB26-4792-AB64-B7EC2873BE8E}"/>
          </ac:cxnSpMkLst>
        </pc:cxnChg>
        <pc:cxnChg chg="del mod">
          <ac:chgData name="김건백" userId="da0e1cd9-2c5e-4228-8907-facf07e1249b" providerId="ADAL" clId="{490768D9-CA23-40A9-900B-5BCA97CA1137}" dt="2026-07-14T05:40:16.155" v="3511" actId="478"/>
          <ac:cxnSpMkLst>
            <pc:docMk/>
            <pc:sldMk cId="1828230844" sldId="274"/>
            <ac:cxnSpMk id="37" creationId="{BF63564E-CC53-4D2C-99EE-F7CD3403DACD}"/>
          </ac:cxnSpMkLst>
        </pc:cxnChg>
        <pc:cxnChg chg="del mod">
          <ac:chgData name="김건백" userId="da0e1cd9-2c5e-4228-8907-facf07e1249b" providerId="ADAL" clId="{490768D9-CA23-40A9-900B-5BCA97CA1137}" dt="2026-07-14T05:40:16.155" v="3511" actId="478"/>
          <ac:cxnSpMkLst>
            <pc:docMk/>
            <pc:sldMk cId="1828230844" sldId="274"/>
            <ac:cxnSpMk id="40" creationId="{47AB9F94-21AF-4B1E-B706-4CE7B7E0D283}"/>
          </ac:cxnSpMkLst>
        </pc:cxnChg>
        <pc:cxnChg chg="del mod">
          <ac:chgData name="김건백" userId="da0e1cd9-2c5e-4228-8907-facf07e1249b" providerId="ADAL" clId="{490768D9-CA23-40A9-900B-5BCA97CA1137}" dt="2026-07-14T05:40:16.155" v="3511" actId="478"/>
          <ac:cxnSpMkLst>
            <pc:docMk/>
            <pc:sldMk cId="1828230844" sldId="274"/>
            <ac:cxnSpMk id="42" creationId="{157450EB-0B6D-4EC8-95E5-ED0685645BCA}"/>
          </ac:cxnSpMkLst>
        </pc:cxnChg>
      </pc:sldChg>
      <pc:sldChg chg="addSp delSp modSp add">
        <pc:chgData name="김건백" userId="da0e1cd9-2c5e-4228-8907-facf07e1249b" providerId="ADAL" clId="{490768D9-CA23-40A9-900B-5BCA97CA1137}" dt="2026-07-14T06:36:44.364" v="4528" actId="113"/>
        <pc:sldMkLst>
          <pc:docMk/>
          <pc:sldMk cId="474700834" sldId="275"/>
        </pc:sldMkLst>
        <pc:spChg chg="mod">
          <ac:chgData name="김건백" userId="da0e1cd9-2c5e-4228-8907-facf07e1249b" providerId="ADAL" clId="{490768D9-CA23-40A9-900B-5BCA97CA1137}" dt="2026-07-14T05:54:30.149" v="4068" actId="404"/>
          <ac:spMkLst>
            <pc:docMk/>
            <pc:sldMk cId="474700834" sldId="275"/>
            <ac:spMk id="2" creationId="{1B7B6879-9989-4DFF-BE25-DC458A655B31}"/>
          </ac:spMkLst>
        </pc:spChg>
        <pc:spChg chg="del">
          <ac:chgData name="김건백" userId="da0e1cd9-2c5e-4228-8907-facf07e1249b" providerId="ADAL" clId="{490768D9-CA23-40A9-900B-5BCA97CA1137}" dt="2026-07-14T05:55:00.451" v="4071" actId="478"/>
          <ac:spMkLst>
            <pc:docMk/>
            <pc:sldMk cId="474700834" sldId="275"/>
            <ac:spMk id="3" creationId="{FDB7DAE4-8A26-4BB3-9ED9-76FD6BA78D07}"/>
          </ac:spMkLst>
        </pc:spChg>
        <pc:spChg chg="mod topLvl">
          <ac:chgData name="김건백" userId="da0e1cd9-2c5e-4228-8907-facf07e1249b" providerId="ADAL" clId="{490768D9-CA23-40A9-900B-5BCA97CA1137}" dt="2026-07-14T06:14:02.315" v="4154" actId="1076"/>
          <ac:spMkLst>
            <pc:docMk/>
            <pc:sldMk cId="474700834" sldId="275"/>
            <ac:spMk id="6" creationId="{27DACE18-6406-4522-8E46-080E855DBB45}"/>
          </ac:spMkLst>
        </pc:spChg>
        <pc:spChg chg="mod topLvl">
          <ac:chgData name="김건백" userId="da0e1cd9-2c5e-4228-8907-facf07e1249b" providerId="ADAL" clId="{490768D9-CA23-40A9-900B-5BCA97CA1137}" dt="2026-07-14T06:14:02.315" v="4154" actId="1076"/>
          <ac:spMkLst>
            <pc:docMk/>
            <pc:sldMk cId="474700834" sldId="275"/>
            <ac:spMk id="10" creationId="{35268623-0109-4146-846A-DEE77AFBF4FD}"/>
          </ac:spMkLst>
        </pc:spChg>
        <pc:spChg chg="mod topLvl">
          <ac:chgData name="김건백" userId="da0e1cd9-2c5e-4228-8907-facf07e1249b" providerId="ADAL" clId="{490768D9-CA23-40A9-900B-5BCA97CA1137}" dt="2026-07-14T06:14:02.315" v="4154" actId="1076"/>
          <ac:spMkLst>
            <pc:docMk/>
            <pc:sldMk cId="474700834" sldId="275"/>
            <ac:spMk id="11" creationId="{7377B12A-A096-4486-B923-FFD160BB3C5B}"/>
          </ac:spMkLst>
        </pc:spChg>
        <pc:spChg chg="mod topLvl">
          <ac:chgData name="김건백" userId="da0e1cd9-2c5e-4228-8907-facf07e1249b" providerId="ADAL" clId="{490768D9-CA23-40A9-900B-5BCA97CA1137}" dt="2026-07-14T06:14:02.315" v="4154" actId="1076"/>
          <ac:spMkLst>
            <pc:docMk/>
            <pc:sldMk cId="474700834" sldId="275"/>
            <ac:spMk id="12" creationId="{BBCDC391-2481-4BE3-A007-B98DA96266B1}"/>
          </ac:spMkLst>
        </pc:spChg>
        <pc:spChg chg="add del mod">
          <ac:chgData name="김건백" userId="da0e1cd9-2c5e-4228-8907-facf07e1249b" providerId="ADAL" clId="{490768D9-CA23-40A9-900B-5BCA97CA1137}" dt="2026-07-14T06:00:01.398" v="4127" actId="11529"/>
          <ac:spMkLst>
            <pc:docMk/>
            <pc:sldMk cId="474700834" sldId="275"/>
            <ac:spMk id="15" creationId="{28401BF1-4AEC-4342-AF08-15B7BC8A794C}"/>
          </ac:spMkLst>
        </pc:spChg>
        <pc:spChg chg="add mod">
          <ac:chgData name="김건백" userId="da0e1cd9-2c5e-4228-8907-facf07e1249b" providerId="ADAL" clId="{490768D9-CA23-40A9-900B-5BCA97CA1137}" dt="2026-07-14T06:33:12.482" v="4510" actId="692"/>
          <ac:spMkLst>
            <pc:docMk/>
            <pc:sldMk cId="474700834" sldId="275"/>
            <ac:spMk id="16" creationId="{1FF2C1DF-D434-4BCF-A97F-D98B7E57AB1A}"/>
          </ac:spMkLst>
        </pc:spChg>
        <pc:spChg chg="add mod">
          <ac:chgData name="김건백" userId="da0e1cd9-2c5e-4228-8907-facf07e1249b" providerId="ADAL" clId="{490768D9-CA23-40A9-900B-5BCA97CA1137}" dt="2026-07-14T06:14:02.315" v="4154" actId="1076"/>
          <ac:spMkLst>
            <pc:docMk/>
            <pc:sldMk cId="474700834" sldId="275"/>
            <ac:spMk id="17" creationId="{96DD1484-3E99-4660-B4AF-61F93A2C31F8}"/>
          </ac:spMkLst>
        </pc:spChg>
        <pc:spChg chg="add del mod">
          <ac:chgData name="김건백" userId="da0e1cd9-2c5e-4228-8907-facf07e1249b" providerId="ADAL" clId="{490768D9-CA23-40A9-900B-5BCA97CA1137}" dt="2026-07-14T06:14:28.666" v="4156" actId="478"/>
          <ac:spMkLst>
            <pc:docMk/>
            <pc:sldMk cId="474700834" sldId="275"/>
            <ac:spMk id="20" creationId="{1816BD2F-C21E-4EC5-9429-A10202361981}"/>
          </ac:spMkLst>
        </pc:spChg>
        <pc:spChg chg="add del mod">
          <ac:chgData name="김건백" userId="da0e1cd9-2c5e-4228-8907-facf07e1249b" providerId="ADAL" clId="{490768D9-CA23-40A9-900B-5BCA97CA1137}" dt="2026-07-14T06:14:28.666" v="4156" actId="478"/>
          <ac:spMkLst>
            <pc:docMk/>
            <pc:sldMk cId="474700834" sldId="275"/>
            <ac:spMk id="24" creationId="{0C794915-54D9-4A89-B791-D542907FC749}"/>
          </ac:spMkLst>
        </pc:spChg>
        <pc:spChg chg="add del mod">
          <ac:chgData name="김건백" userId="da0e1cd9-2c5e-4228-8907-facf07e1249b" providerId="ADAL" clId="{490768D9-CA23-40A9-900B-5BCA97CA1137}" dt="2026-07-14T06:14:28.666" v="4156" actId="478"/>
          <ac:spMkLst>
            <pc:docMk/>
            <pc:sldMk cId="474700834" sldId="275"/>
            <ac:spMk id="25" creationId="{624B4847-941D-4EA7-8BC8-EAF23BE3B324}"/>
          </ac:spMkLst>
        </pc:spChg>
        <pc:spChg chg="add del mod">
          <ac:chgData name="김건백" userId="da0e1cd9-2c5e-4228-8907-facf07e1249b" providerId="ADAL" clId="{490768D9-CA23-40A9-900B-5BCA97CA1137}" dt="2026-07-14T06:14:28.666" v="4156" actId="478"/>
          <ac:spMkLst>
            <pc:docMk/>
            <pc:sldMk cId="474700834" sldId="275"/>
            <ac:spMk id="26" creationId="{70415558-2AE7-491B-B2B3-13DD9883F250}"/>
          </ac:spMkLst>
        </pc:spChg>
        <pc:spChg chg="add del mod">
          <ac:chgData name="김건백" userId="da0e1cd9-2c5e-4228-8907-facf07e1249b" providerId="ADAL" clId="{490768D9-CA23-40A9-900B-5BCA97CA1137}" dt="2026-07-14T06:14:30.794" v="4157" actId="478"/>
          <ac:spMkLst>
            <pc:docMk/>
            <pc:sldMk cId="474700834" sldId="275"/>
            <ac:spMk id="27" creationId="{135E213F-DEE1-4C0B-8709-9EC0A95C8998}"/>
          </ac:spMkLst>
        </pc:spChg>
        <pc:spChg chg="add del mod">
          <ac:chgData name="김건백" userId="da0e1cd9-2c5e-4228-8907-facf07e1249b" providerId="ADAL" clId="{490768D9-CA23-40A9-900B-5BCA97CA1137}" dt="2026-07-14T06:14:28.666" v="4156" actId="478"/>
          <ac:spMkLst>
            <pc:docMk/>
            <pc:sldMk cId="474700834" sldId="275"/>
            <ac:spMk id="28" creationId="{31BF7587-A200-45AA-B324-E71E1CE38022}"/>
          </ac:spMkLst>
        </pc:spChg>
        <pc:spChg chg="add del mod">
          <ac:chgData name="김건백" userId="da0e1cd9-2c5e-4228-8907-facf07e1249b" providerId="ADAL" clId="{490768D9-CA23-40A9-900B-5BCA97CA1137}" dt="2026-07-14T06:14:53.776" v="4163" actId="478"/>
          <ac:spMkLst>
            <pc:docMk/>
            <pc:sldMk cId="474700834" sldId="275"/>
            <ac:spMk id="29" creationId="{9F92E912-D703-4293-A0ED-487D3F1CDB9C}"/>
          </ac:spMkLst>
        </pc:spChg>
        <pc:spChg chg="add mod">
          <ac:chgData name="김건백" userId="da0e1cd9-2c5e-4228-8907-facf07e1249b" providerId="ADAL" clId="{490768D9-CA23-40A9-900B-5BCA97CA1137}" dt="2026-07-14T06:20:15.281" v="4431" actId="20577"/>
          <ac:spMkLst>
            <pc:docMk/>
            <pc:sldMk cId="474700834" sldId="275"/>
            <ac:spMk id="30" creationId="{A21ECCD8-6680-4E16-947E-AC41CC48ED08}"/>
          </ac:spMkLst>
        </pc:spChg>
        <pc:spChg chg="add mod">
          <ac:chgData name="김건백" userId="da0e1cd9-2c5e-4228-8907-facf07e1249b" providerId="ADAL" clId="{490768D9-CA23-40A9-900B-5BCA97CA1137}" dt="2026-07-14T06:19:41.409" v="4416" actId="1076"/>
          <ac:spMkLst>
            <pc:docMk/>
            <pc:sldMk cId="474700834" sldId="275"/>
            <ac:spMk id="31" creationId="{81A2C620-D973-4FD5-AAE0-80A6C164D6A3}"/>
          </ac:spMkLst>
        </pc:spChg>
        <pc:spChg chg="add mod">
          <ac:chgData name="김건백" userId="da0e1cd9-2c5e-4228-8907-facf07e1249b" providerId="ADAL" clId="{490768D9-CA23-40A9-900B-5BCA97CA1137}" dt="2026-07-14T06:36:44.364" v="4528" actId="113"/>
          <ac:spMkLst>
            <pc:docMk/>
            <pc:sldMk cId="474700834" sldId="275"/>
            <ac:spMk id="32" creationId="{0031F0B9-7565-49F1-B581-B4CFACE149C3}"/>
          </ac:spMkLst>
        </pc:spChg>
        <pc:grpChg chg="add del mod">
          <ac:chgData name="김건백" userId="da0e1cd9-2c5e-4228-8907-facf07e1249b" providerId="ADAL" clId="{490768D9-CA23-40A9-900B-5BCA97CA1137}" dt="2026-07-14T05:55:21.553" v="4072" actId="165"/>
          <ac:grpSpMkLst>
            <pc:docMk/>
            <pc:sldMk cId="474700834" sldId="275"/>
            <ac:grpSpMk id="4" creationId="{17186284-0F56-4F0F-9168-702A9C8BD253}"/>
          </ac:grpSpMkLst>
        </pc:grpChg>
        <pc:cxnChg chg="mod topLvl">
          <ac:chgData name="김건백" userId="da0e1cd9-2c5e-4228-8907-facf07e1249b" providerId="ADAL" clId="{490768D9-CA23-40A9-900B-5BCA97CA1137}" dt="2026-07-14T06:14:02.315" v="4154" actId="1076"/>
          <ac:cxnSpMkLst>
            <pc:docMk/>
            <pc:sldMk cId="474700834" sldId="275"/>
            <ac:cxnSpMk id="5" creationId="{3B924F3E-E69C-47BB-8548-C906DA4B90E7}"/>
          </ac:cxnSpMkLst>
        </pc:cxnChg>
        <pc:cxnChg chg="mod topLvl">
          <ac:chgData name="김건백" userId="da0e1cd9-2c5e-4228-8907-facf07e1249b" providerId="ADAL" clId="{490768D9-CA23-40A9-900B-5BCA97CA1137}" dt="2026-07-14T06:14:02.315" v="4154" actId="1076"/>
          <ac:cxnSpMkLst>
            <pc:docMk/>
            <pc:sldMk cId="474700834" sldId="275"/>
            <ac:cxnSpMk id="7" creationId="{2CE6584B-111A-4E03-A708-6F122BF259BD}"/>
          </ac:cxnSpMkLst>
        </pc:cxnChg>
        <pc:cxnChg chg="mod topLvl">
          <ac:chgData name="김건백" userId="da0e1cd9-2c5e-4228-8907-facf07e1249b" providerId="ADAL" clId="{490768D9-CA23-40A9-900B-5BCA97CA1137}" dt="2026-07-14T06:14:02.315" v="4154" actId="1076"/>
          <ac:cxnSpMkLst>
            <pc:docMk/>
            <pc:sldMk cId="474700834" sldId="275"/>
            <ac:cxnSpMk id="8" creationId="{5B0758DE-ECE0-4FC1-A4F3-2DC1980704A9}"/>
          </ac:cxnSpMkLst>
        </pc:cxnChg>
        <pc:cxnChg chg="mod topLvl">
          <ac:chgData name="김건백" userId="da0e1cd9-2c5e-4228-8907-facf07e1249b" providerId="ADAL" clId="{490768D9-CA23-40A9-900B-5BCA97CA1137}" dt="2026-07-14T06:14:02.315" v="4154" actId="1076"/>
          <ac:cxnSpMkLst>
            <pc:docMk/>
            <pc:sldMk cId="474700834" sldId="275"/>
            <ac:cxnSpMk id="9" creationId="{DFB9A087-C81F-4D69-B9BF-F5C85972BBC8}"/>
          </ac:cxnSpMkLst>
        </pc:cxnChg>
        <pc:cxnChg chg="add mod ord">
          <ac:chgData name="김건백" userId="da0e1cd9-2c5e-4228-8907-facf07e1249b" providerId="ADAL" clId="{490768D9-CA23-40A9-900B-5BCA97CA1137}" dt="2026-07-14T06:14:02.315" v="4154" actId="1076"/>
          <ac:cxnSpMkLst>
            <pc:docMk/>
            <pc:sldMk cId="474700834" sldId="275"/>
            <ac:cxnSpMk id="14" creationId="{E3455127-A4EF-4C8C-8B95-7265360524A5}"/>
          </ac:cxnSpMkLst>
        </pc:cxnChg>
        <pc:cxnChg chg="add del mod">
          <ac:chgData name="김건백" userId="da0e1cd9-2c5e-4228-8907-facf07e1249b" providerId="ADAL" clId="{490768D9-CA23-40A9-900B-5BCA97CA1137}" dt="2026-07-14T06:14:28.666" v="4156" actId="478"/>
          <ac:cxnSpMkLst>
            <pc:docMk/>
            <pc:sldMk cId="474700834" sldId="275"/>
            <ac:cxnSpMk id="18" creationId="{3F17EA0F-3C81-461B-83AB-A842ADB45CBD}"/>
          </ac:cxnSpMkLst>
        </pc:cxnChg>
        <pc:cxnChg chg="add del mod">
          <ac:chgData name="김건백" userId="da0e1cd9-2c5e-4228-8907-facf07e1249b" providerId="ADAL" clId="{490768D9-CA23-40A9-900B-5BCA97CA1137}" dt="2026-07-14T06:14:28.666" v="4156" actId="478"/>
          <ac:cxnSpMkLst>
            <pc:docMk/>
            <pc:sldMk cId="474700834" sldId="275"/>
            <ac:cxnSpMk id="19" creationId="{75CD2D52-F2CC-498F-8961-5770E51D2F2C}"/>
          </ac:cxnSpMkLst>
        </pc:cxnChg>
        <pc:cxnChg chg="add del mod">
          <ac:chgData name="김건백" userId="da0e1cd9-2c5e-4228-8907-facf07e1249b" providerId="ADAL" clId="{490768D9-CA23-40A9-900B-5BCA97CA1137}" dt="2026-07-14T06:14:28.666" v="4156" actId="478"/>
          <ac:cxnSpMkLst>
            <pc:docMk/>
            <pc:sldMk cId="474700834" sldId="275"/>
            <ac:cxnSpMk id="21" creationId="{654C9656-2319-47DC-8867-DDE6573F480C}"/>
          </ac:cxnSpMkLst>
        </pc:cxnChg>
        <pc:cxnChg chg="add del mod">
          <ac:chgData name="김건백" userId="da0e1cd9-2c5e-4228-8907-facf07e1249b" providerId="ADAL" clId="{490768D9-CA23-40A9-900B-5BCA97CA1137}" dt="2026-07-14T06:14:28.666" v="4156" actId="478"/>
          <ac:cxnSpMkLst>
            <pc:docMk/>
            <pc:sldMk cId="474700834" sldId="275"/>
            <ac:cxnSpMk id="22" creationId="{9F3E2E55-E29F-49E7-AFC9-CD3C09A43405}"/>
          </ac:cxnSpMkLst>
        </pc:cxnChg>
        <pc:cxnChg chg="add del mod">
          <ac:chgData name="김건백" userId="da0e1cd9-2c5e-4228-8907-facf07e1249b" providerId="ADAL" clId="{490768D9-CA23-40A9-900B-5BCA97CA1137}" dt="2026-07-14T06:14:28.666" v="4156" actId="478"/>
          <ac:cxnSpMkLst>
            <pc:docMk/>
            <pc:sldMk cId="474700834" sldId="275"/>
            <ac:cxnSpMk id="23" creationId="{47130F5C-28AC-40B0-BED1-375ED7504F9D}"/>
          </ac:cxnSpMkLst>
        </pc:cxnChg>
      </pc:sldChg>
      <pc:sldChg chg="addSp delSp modSp add">
        <pc:chgData name="김건백" userId="da0e1cd9-2c5e-4228-8907-facf07e1249b" providerId="ADAL" clId="{490768D9-CA23-40A9-900B-5BCA97CA1137}" dt="2026-07-16T04:28:13.944" v="4770" actId="20577"/>
        <pc:sldMkLst>
          <pc:docMk/>
          <pc:sldMk cId="3999466210" sldId="276"/>
        </pc:sldMkLst>
        <pc:spChg chg="mod">
          <ac:chgData name="김건백" userId="da0e1cd9-2c5e-4228-8907-facf07e1249b" providerId="ADAL" clId="{490768D9-CA23-40A9-900B-5BCA97CA1137}" dt="2026-07-14T06:28:59.117" v="4437" actId="1076"/>
          <ac:spMkLst>
            <pc:docMk/>
            <pc:sldMk cId="3999466210" sldId="276"/>
            <ac:spMk id="2" creationId="{1B7B6879-9989-4DFF-BE25-DC458A655B31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6" creationId="{27DACE18-6406-4522-8E46-080E855DBB45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10" creationId="{35268623-0109-4146-846A-DEE77AFBF4FD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11" creationId="{7377B12A-A096-4486-B923-FFD160BB3C5B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12" creationId="{BBCDC391-2481-4BE3-A007-B98DA96266B1}"/>
          </ac:spMkLst>
        </pc:spChg>
        <pc:spChg chg="add mod topLvl">
          <ac:chgData name="김건백" userId="da0e1cd9-2c5e-4228-8907-facf07e1249b" providerId="ADAL" clId="{490768D9-CA23-40A9-900B-5BCA97CA1137}" dt="2026-07-14T06:35:25.965" v="4524" actId="165"/>
          <ac:spMkLst>
            <pc:docMk/>
            <pc:sldMk cId="3999466210" sldId="276"/>
            <ac:spMk id="13" creationId="{FB8A6388-97C3-474C-A035-CE40634678EA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16" creationId="{1FF2C1DF-D434-4BCF-A97F-D98B7E57AB1A}"/>
          </ac:spMkLst>
        </pc:spChg>
        <pc:spChg chg="del">
          <ac:chgData name="김건백" userId="da0e1cd9-2c5e-4228-8907-facf07e1249b" providerId="ADAL" clId="{490768D9-CA23-40A9-900B-5BCA97CA1137}" dt="2026-07-14T06:29:02.649" v="4438" actId="478"/>
          <ac:spMkLst>
            <pc:docMk/>
            <pc:sldMk cId="3999466210" sldId="276"/>
            <ac:spMk id="17" creationId="{96DD1484-3E99-4660-B4AF-61F93A2C31F8}"/>
          </ac:spMkLst>
        </pc:spChg>
        <pc:spChg chg="add mod topLvl">
          <ac:chgData name="김건백" userId="da0e1cd9-2c5e-4228-8907-facf07e1249b" providerId="ADAL" clId="{490768D9-CA23-40A9-900B-5BCA97CA1137}" dt="2026-07-14T06:35:25.965" v="4524" actId="165"/>
          <ac:spMkLst>
            <pc:docMk/>
            <pc:sldMk cId="3999466210" sldId="276"/>
            <ac:spMk id="28" creationId="{EA0457C4-399E-4701-9DE3-7E5102B8BC8E}"/>
          </ac:spMkLst>
        </pc:spChg>
        <pc:spChg chg="add mod topLvl">
          <ac:chgData name="김건백" userId="da0e1cd9-2c5e-4228-8907-facf07e1249b" providerId="ADAL" clId="{490768D9-CA23-40A9-900B-5BCA97CA1137}" dt="2026-07-14T06:35:25.965" v="4524" actId="165"/>
          <ac:spMkLst>
            <pc:docMk/>
            <pc:sldMk cId="3999466210" sldId="276"/>
            <ac:spMk id="29" creationId="{8CB6BEAB-5713-45D5-9572-87DF9F6CBC46}"/>
          </ac:spMkLst>
        </pc:spChg>
        <pc:spChg chg="mod">
          <ac:chgData name="김건백" userId="da0e1cd9-2c5e-4228-8907-facf07e1249b" providerId="ADAL" clId="{490768D9-CA23-40A9-900B-5BCA97CA1137}" dt="2026-07-14T06:34:42.961" v="4521" actId="20577"/>
          <ac:spMkLst>
            <pc:docMk/>
            <pc:sldMk cId="3999466210" sldId="276"/>
            <ac:spMk id="30" creationId="{A21ECCD8-6680-4E16-947E-AC41CC48ED08}"/>
          </ac:spMkLst>
        </pc:spChg>
        <pc:spChg chg="del">
          <ac:chgData name="김건백" userId="da0e1cd9-2c5e-4228-8907-facf07e1249b" providerId="ADAL" clId="{490768D9-CA23-40A9-900B-5BCA97CA1137}" dt="2026-07-14T06:28:56.209" v="4435" actId="478"/>
          <ac:spMkLst>
            <pc:docMk/>
            <pc:sldMk cId="3999466210" sldId="276"/>
            <ac:spMk id="31" creationId="{81A2C620-D973-4FD5-AAE0-80A6C164D6A3}"/>
          </ac:spMkLst>
        </pc:spChg>
        <pc:spChg chg="del mod">
          <ac:chgData name="김건백" userId="da0e1cd9-2c5e-4228-8907-facf07e1249b" providerId="ADAL" clId="{490768D9-CA23-40A9-900B-5BCA97CA1137}" dt="2026-07-14T06:28:56.209" v="4435" actId="478"/>
          <ac:spMkLst>
            <pc:docMk/>
            <pc:sldMk cId="3999466210" sldId="276"/>
            <ac:spMk id="32" creationId="{0031F0B9-7565-49F1-B581-B4CFACE149C3}"/>
          </ac:spMkLst>
        </pc:spChg>
        <pc:spChg chg="add mod">
          <ac:chgData name="김건백" userId="da0e1cd9-2c5e-4228-8907-facf07e1249b" providerId="ADAL" clId="{490768D9-CA23-40A9-900B-5BCA97CA1137}" dt="2026-07-14T06:35:34.049" v="4526" actId="196"/>
          <ac:spMkLst>
            <pc:docMk/>
            <pc:sldMk cId="3999466210" sldId="276"/>
            <ac:spMk id="33" creationId="{897E6ED8-D1AC-4CE7-A260-DA62E8CA7A9F}"/>
          </ac:spMkLst>
        </pc:spChg>
        <pc:spChg chg="add mod topLvl">
          <ac:chgData name="김건백" userId="da0e1cd9-2c5e-4228-8907-facf07e1249b" providerId="ADAL" clId="{490768D9-CA23-40A9-900B-5BCA97CA1137}" dt="2026-07-14T06:35:25.965" v="4524" actId="165"/>
          <ac:spMkLst>
            <pc:docMk/>
            <pc:sldMk cId="3999466210" sldId="276"/>
            <ac:spMk id="34" creationId="{8A6A2610-BAB5-4679-8F3D-18DAA606C8DD}"/>
          </ac:spMkLst>
        </pc:spChg>
        <pc:spChg chg="add">
          <ac:chgData name="김건백" userId="da0e1cd9-2c5e-4228-8907-facf07e1249b" providerId="ADAL" clId="{490768D9-CA23-40A9-900B-5BCA97CA1137}" dt="2026-07-14T06:36:40.194" v="4527"/>
          <ac:spMkLst>
            <pc:docMk/>
            <pc:sldMk cId="3999466210" sldId="276"/>
            <ac:spMk id="38" creationId="{8DB9B67D-B0A1-4112-8360-40E5592B678E}"/>
          </ac:spMkLst>
        </pc:spChg>
        <pc:spChg chg="add mod">
          <ac:chgData name="김건백" userId="da0e1cd9-2c5e-4228-8907-facf07e1249b" providerId="ADAL" clId="{490768D9-CA23-40A9-900B-5BCA97CA1137}" dt="2026-07-16T04:28:13.944" v="4770" actId="20577"/>
          <ac:spMkLst>
            <pc:docMk/>
            <pc:sldMk cId="3999466210" sldId="276"/>
            <ac:spMk id="39" creationId="{E27AF1F3-54F6-481C-8AEE-9667D2DFEFB7}"/>
          </ac:spMkLst>
        </pc:spChg>
        <pc:grpChg chg="add del mod">
          <ac:chgData name="김건백" userId="da0e1cd9-2c5e-4228-8907-facf07e1249b" providerId="ADAL" clId="{490768D9-CA23-40A9-900B-5BCA97CA1137}" dt="2026-07-14T06:35:25.965" v="4524" actId="165"/>
          <ac:grpSpMkLst>
            <pc:docMk/>
            <pc:sldMk cId="3999466210" sldId="276"/>
            <ac:grpSpMk id="37" creationId="{70684B08-6C9A-49B1-8A87-B3FA2FD199D2}"/>
          </ac:grpSpMkLst>
        </pc:grpChg>
        <pc:cxnChg chg="add mod topLvl">
          <ac:chgData name="김건백" userId="da0e1cd9-2c5e-4228-8907-facf07e1249b" providerId="ADAL" clId="{490768D9-CA23-40A9-900B-5BCA97CA1137}" dt="2026-07-14T06:35:25.965" v="4524" actId="165"/>
          <ac:cxnSpMkLst>
            <pc:docMk/>
            <pc:sldMk cId="3999466210" sldId="276"/>
            <ac:cxnSpMk id="4" creationId="{495FFA39-A0AF-4C64-81BD-11E54DACF241}"/>
          </ac:cxnSpMkLst>
        </pc:cxnChg>
        <pc:cxnChg chg="del">
          <ac:chgData name="김건백" userId="da0e1cd9-2c5e-4228-8907-facf07e1249b" providerId="ADAL" clId="{490768D9-CA23-40A9-900B-5BCA97CA1137}" dt="2026-07-14T06:29:02.649" v="4438" actId="478"/>
          <ac:cxnSpMkLst>
            <pc:docMk/>
            <pc:sldMk cId="3999466210" sldId="276"/>
            <ac:cxnSpMk id="5" creationId="{3B924F3E-E69C-47BB-8548-C906DA4B90E7}"/>
          </ac:cxnSpMkLst>
        </pc:cxnChg>
        <pc:cxnChg chg="del">
          <ac:chgData name="김건백" userId="da0e1cd9-2c5e-4228-8907-facf07e1249b" providerId="ADAL" clId="{490768D9-CA23-40A9-900B-5BCA97CA1137}" dt="2026-07-14T06:29:02.649" v="4438" actId="478"/>
          <ac:cxnSpMkLst>
            <pc:docMk/>
            <pc:sldMk cId="3999466210" sldId="276"/>
            <ac:cxnSpMk id="7" creationId="{2CE6584B-111A-4E03-A708-6F122BF259BD}"/>
          </ac:cxnSpMkLst>
        </pc:cxnChg>
        <pc:cxnChg chg="del">
          <ac:chgData name="김건백" userId="da0e1cd9-2c5e-4228-8907-facf07e1249b" providerId="ADAL" clId="{490768D9-CA23-40A9-900B-5BCA97CA1137}" dt="2026-07-14T06:29:02.649" v="4438" actId="478"/>
          <ac:cxnSpMkLst>
            <pc:docMk/>
            <pc:sldMk cId="3999466210" sldId="276"/>
            <ac:cxnSpMk id="8" creationId="{5B0758DE-ECE0-4FC1-A4F3-2DC1980704A9}"/>
          </ac:cxnSpMkLst>
        </pc:cxnChg>
        <pc:cxnChg chg="del">
          <ac:chgData name="김건백" userId="da0e1cd9-2c5e-4228-8907-facf07e1249b" providerId="ADAL" clId="{490768D9-CA23-40A9-900B-5BCA97CA1137}" dt="2026-07-14T06:29:02.649" v="4438" actId="478"/>
          <ac:cxnSpMkLst>
            <pc:docMk/>
            <pc:sldMk cId="3999466210" sldId="276"/>
            <ac:cxnSpMk id="9" creationId="{DFB9A087-C81F-4D69-B9BF-F5C85972BBC8}"/>
          </ac:cxnSpMkLst>
        </pc:cxnChg>
        <pc:cxnChg chg="del">
          <ac:chgData name="김건백" userId="da0e1cd9-2c5e-4228-8907-facf07e1249b" providerId="ADAL" clId="{490768D9-CA23-40A9-900B-5BCA97CA1137}" dt="2026-07-14T06:29:02.649" v="4438" actId="478"/>
          <ac:cxnSpMkLst>
            <pc:docMk/>
            <pc:sldMk cId="3999466210" sldId="276"/>
            <ac:cxnSpMk id="14" creationId="{E3455127-A4EF-4C8C-8B95-7265360524A5}"/>
          </ac:cxnSpMkLst>
        </pc:cxnChg>
        <pc:cxnChg chg="add mod topLvl">
          <ac:chgData name="김건백" userId="da0e1cd9-2c5e-4228-8907-facf07e1249b" providerId="ADAL" clId="{490768D9-CA23-40A9-900B-5BCA97CA1137}" dt="2026-07-14T06:35:25.965" v="4524" actId="165"/>
          <ac:cxnSpMkLst>
            <pc:docMk/>
            <pc:sldMk cId="3999466210" sldId="276"/>
            <ac:cxnSpMk id="21" creationId="{9986F9C2-89F6-41D0-9B0E-BD2498B9FFF2}"/>
          </ac:cxnSpMkLst>
        </pc:cxnChg>
        <pc:cxnChg chg="add mod topLvl">
          <ac:chgData name="김건백" userId="da0e1cd9-2c5e-4228-8907-facf07e1249b" providerId="ADAL" clId="{490768D9-CA23-40A9-900B-5BCA97CA1137}" dt="2026-07-14T06:35:25.965" v="4524" actId="165"/>
          <ac:cxnSpMkLst>
            <pc:docMk/>
            <pc:sldMk cId="3999466210" sldId="276"/>
            <ac:cxnSpMk id="24" creationId="{DE4AF8CE-B76F-4FE5-85D7-605D35DDA363}"/>
          </ac:cxnSpMkLst>
        </pc:cxnChg>
        <pc:cxnChg chg="add mod topLvl">
          <ac:chgData name="김건백" userId="da0e1cd9-2c5e-4228-8907-facf07e1249b" providerId="ADAL" clId="{490768D9-CA23-40A9-900B-5BCA97CA1137}" dt="2026-07-14T06:35:25.965" v="4524" actId="165"/>
          <ac:cxnSpMkLst>
            <pc:docMk/>
            <pc:sldMk cId="3999466210" sldId="276"/>
            <ac:cxnSpMk id="26" creationId="{7D0EB68D-0644-4DB9-9BE0-C68D440EC5AD}"/>
          </ac:cxnSpMkLst>
        </pc:cxnChg>
      </pc:sldChg>
      <pc:sldChg chg="addSp delSp modSp add">
        <pc:chgData name="김건백" userId="da0e1cd9-2c5e-4228-8907-facf07e1249b" providerId="ADAL" clId="{490768D9-CA23-40A9-900B-5BCA97CA1137}" dt="2026-08-07T02:43:43.712" v="8267" actId="14100"/>
        <pc:sldMkLst>
          <pc:docMk/>
          <pc:sldMk cId="2603403993" sldId="277"/>
        </pc:sldMkLst>
        <pc:spChg chg="add del mod">
          <ac:chgData name="김건백" userId="da0e1cd9-2c5e-4228-8907-facf07e1249b" providerId="ADAL" clId="{490768D9-CA23-40A9-900B-5BCA97CA1137}" dt="2026-07-23T05:04:37.144" v="4914" actId="12084"/>
          <ac:spMkLst>
            <pc:docMk/>
            <pc:sldMk cId="2603403993" sldId="277"/>
            <ac:spMk id="3" creationId="{4C8CC626-5854-4134-9DE6-F779716E3711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6" creationId="{27DACE18-6406-4522-8E46-080E855DBB45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10" creationId="{35268623-0109-4146-846A-DEE77AFBF4FD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11" creationId="{7377B12A-A096-4486-B923-FFD160BB3C5B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12" creationId="{BBCDC391-2481-4BE3-A007-B98DA96266B1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16" creationId="{1FF2C1DF-D434-4BCF-A97F-D98B7E57AB1A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17" creationId="{96DD1484-3E99-4660-B4AF-61F93A2C31F8}"/>
          </ac:spMkLst>
        </pc:spChg>
        <pc:spChg chg="add mod">
          <ac:chgData name="김건백" userId="da0e1cd9-2c5e-4228-8907-facf07e1249b" providerId="ADAL" clId="{490768D9-CA23-40A9-900B-5BCA97CA1137}" dt="2026-07-23T05:04:30.024" v="4912"/>
          <ac:spMkLst>
            <pc:docMk/>
            <pc:sldMk cId="2603403993" sldId="277"/>
            <ac:spMk id="18" creationId="{392C64B3-9276-4361-AC54-145086A4893F}"/>
          </ac:spMkLst>
        </pc:spChg>
        <pc:spChg chg="add mod ord">
          <ac:chgData name="김건백" userId="da0e1cd9-2c5e-4228-8907-facf07e1249b" providerId="ADAL" clId="{490768D9-CA23-40A9-900B-5BCA97CA1137}" dt="2026-07-23T05:14:18.640" v="5319" actId="14100"/>
          <ac:spMkLst>
            <pc:docMk/>
            <pc:sldMk cId="2603403993" sldId="277"/>
            <ac:spMk id="25" creationId="{0DB87F03-03E7-4E13-9358-FED4288EC182}"/>
          </ac:spMkLst>
        </pc:spChg>
        <pc:spChg chg="add mod">
          <ac:chgData name="김건백" userId="da0e1cd9-2c5e-4228-8907-facf07e1249b" providerId="ADAL" clId="{490768D9-CA23-40A9-900B-5BCA97CA1137}" dt="2026-08-07T02:42:57.035" v="8264" actId="1076"/>
          <ac:spMkLst>
            <pc:docMk/>
            <pc:sldMk cId="2603403993" sldId="277"/>
            <ac:spMk id="28" creationId="{8D7225FB-908E-45F5-9947-9C568008DC84}"/>
          </ac:spMkLst>
        </pc:spChg>
        <pc:spChg chg="add mod">
          <ac:chgData name="김건백" userId="da0e1cd9-2c5e-4228-8907-facf07e1249b" providerId="ADAL" clId="{490768D9-CA23-40A9-900B-5BCA97CA1137}" dt="2026-07-23T05:14:11.192" v="5316" actId="1076"/>
          <ac:spMkLst>
            <pc:docMk/>
            <pc:sldMk cId="2603403993" sldId="277"/>
            <ac:spMk id="29" creationId="{6713C9FB-C8BB-427B-BBC2-0DC906076DC5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30" creationId="{A21ECCD8-6680-4E16-947E-AC41CC48ED08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31" creationId="{81A2C620-D973-4FD5-AAE0-80A6C164D6A3}"/>
          </ac:spMkLst>
        </pc:spChg>
        <pc:spChg chg="del">
          <ac:chgData name="김건백" userId="da0e1cd9-2c5e-4228-8907-facf07e1249b" providerId="ADAL" clId="{490768D9-CA23-40A9-900B-5BCA97CA1137}" dt="2026-07-23T05:04:21.406" v="4895" actId="478"/>
          <ac:spMkLst>
            <pc:docMk/>
            <pc:sldMk cId="2603403993" sldId="277"/>
            <ac:spMk id="32" creationId="{0031F0B9-7565-49F1-B581-B4CFACE149C3}"/>
          </ac:spMkLst>
        </pc:spChg>
        <pc:spChg chg="add mod">
          <ac:chgData name="김건백" userId="da0e1cd9-2c5e-4228-8907-facf07e1249b" providerId="ADAL" clId="{490768D9-CA23-40A9-900B-5BCA97CA1137}" dt="2026-08-07T02:42:58.854" v="8265" actId="6549"/>
          <ac:spMkLst>
            <pc:docMk/>
            <pc:sldMk cId="2603403993" sldId="277"/>
            <ac:spMk id="40" creationId="{5ECB3ED4-7BFC-4957-9B92-AA299F0E2013}"/>
          </ac:spMkLst>
        </pc:spChg>
        <pc:spChg chg="add mod">
          <ac:chgData name="김건백" userId="da0e1cd9-2c5e-4228-8907-facf07e1249b" providerId="ADAL" clId="{490768D9-CA23-40A9-900B-5BCA97CA1137}" dt="2026-08-07T02:42:59.852" v="8266" actId="20577"/>
          <ac:spMkLst>
            <pc:docMk/>
            <pc:sldMk cId="2603403993" sldId="277"/>
            <ac:spMk id="46" creationId="{3EAB2F98-E106-44AC-9CAE-9D382E880538}"/>
          </ac:spMkLst>
        </pc:spChg>
        <pc:graphicFrameChg chg="add mod">
          <ac:chgData name="김건백" userId="da0e1cd9-2c5e-4228-8907-facf07e1249b" providerId="ADAL" clId="{490768D9-CA23-40A9-900B-5BCA97CA1137}" dt="2026-07-24T01:19:22.483" v="6975" actId="20577"/>
          <ac:graphicFrameMkLst>
            <pc:docMk/>
            <pc:sldMk cId="2603403993" sldId="277"/>
            <ac:graphicFrameMk id="4" creationId="{455A4269-B73E-4E68-90AE-257E8C6F6BDD}"/>
          </ac:graphicFrameMkLst>
        </pc:graphicFrameChg>
        <pc:cxnChg chg="del">
          <ac:chgData name="김건백" userId="da0e1cd9-2c5e-4228-8907-facf07e1249b" providerId="ADAL" clId="{490768D9-CA23-40A9-900B-5BCA97CA1137}" dt="2026-07-23T05:04:21.406" v="4895" actId="478"/>
          <ac:cxnSpMkLst>
            <pc:docMk/>
            <pc:sldMk cId="2603403993" sldId="277"/>
            <ac:cxnSpMk id="5" creationId="{3B924F3E-E69C-47BB-8548-C906DA4B90E7}"/>
          </ac:cxnSpMkLst>
        </pc:cxnChg>
        <pc:cxnChg chg="del">
          <ac:chgData name="김건백" userId="da0e1cd9-2c5e-4228-8907-facf07e1249b" providerId="ADAL" clId="{490768D9-CA23-40A9-900B-5BCA97CA1137}" dt="2026-07-23T05:04:21.406" v="4895" actId="478"/>
          <ac:cxnSpMkLst>
            <pc:docMk/>
            <pc:sldMk cId="2603403993" sldId="277"/>
            <ac:cxnSpMk id="7" creationId="{2CE6584B-111A-4E03-A708-6F122BF259BD}"/>
          </ac:cxnSpMkLst>
        </pc:cxnChg>
        <pc:cxnChg chg="del">
          <ac:chgData name="김건백" userId="da0e1cd9-2c5e-4228-8907-facf07e1249b" providerId="ADAL" clId="{490768D9-CA23-40A9-900B-5BCA97CA1137}" dt="2026-07-23T05:04:21.406" v="4895" actId="478"/>
          <ac:cxnSpMkLst>
            <pc:docMk/>
            <pc:sldMk cId="2603403993" sldId="277"/>
            <ac:cxnSpMk id="8" creationId="{5B0758DE-ECE0-4FC1-A4F3-2DC1980704A9}"/>
          </ac:cxnSpMkLst>
        </pc:cxnChg>
        <pc:cxnChg chg="del">
          <ac:chgData name="김건백" userId="da0e1cd9-2c5e-4228-8907-facf07e1249b" providerId="ADAL" clId="{490768D9-CA23-40A9-900B-5BCA97CA1137}" dt="2026-07-23T05:04:21.406" v="4895" actId="478"/>
          <ac:cxnSpMkLst>
            <pc:docMk/>
            <pc:sldMk cId="2603403993" sldId="277"/>
            <ac:cxnSpMk id="9" creationId="{DFB9A087-C81F-4D69-B9BF-F5C85972BBC8}"/>
          </ac:cxnSpMkLst>
        </pc:cxnChg>
        <pc:cxnChg chg="del">
          <ac:chgData name="김건백" userId="da0e1cd9-2c5e-4228-8907-facf07e1249b" providerId="ADAL" clId="{490768D9-CA23-40A9-900B-5BCA97CA1137}" dt="2026-07-23T05:04:21.406" v="4895" actId="478"/>
          <ac:cxnSpMkLst>
            <pc:docMk/>
            <pc:sldMk cId="2603403993" sldId="277"/>
            <ac:cxnSpMk id="14" creationId="{E3455127-A4EF-4C8C-8B95-7265360524A5}"/>
          </ac:cxnSpMkLst>
        </pc:cxnChg>
        <pc:cxnChg chg="add mod">
          <ac:chgData name="김건백" userId="da0e1cd9-2c5e-4228-8907-facf07e1249b" providerId="ADAL" clId="{490768D9-CA23-40A9-900B-5BCA97CA1137}" dt="2026-07-23T05:14:11.192" v="5316" actId="1076"/>
          <ac:cxnSpMkLst>
            <pc:docMk/>
            <pc:sldMk cId="2603403993" sldId="277"/>
            <ac:cxnSpMk id="15" creationId="{49689288-BBA5-4CF9-A219-7AD0F1ABCEE6}"/>
          </ac:cxnSpMkLst>
        </pc:cxnChg>
        <pc:cxnChg chg="add mod">
          <ac:chgData name="김건백" userId="da0e1cd9-2c5e-4228-8907-facf07e1249b" providerId="ADAL" clId="{490768D9-CA23-40A9-900B-5BCA97CA1137}" dt="2026-07-23T05:14:11.192" v="5316" actId="1076"/>
          <ac:cxnSpMkLst>
            <pc:docMk/>
            <pc:sldMk cId="2603403993" sldId="277"/>
            <ac:cxnSpMk id="22" creationId="{697FD14E-D194-4F76-A060-FA86E215E313}"/>
          </ac:cxnSpMkLst>
        </pc:cxnChg>
        <pc:cxnChg chg="add mod">
          <ac:chgData name="김건백" userId="da0e1cd9-2c5e-4228-8907-facf07e1249b" providerId="ADAL" clId="{490768D9-CA23-40A9-900B-5BCA97CA1137}" dt="2026-08-07T02:43:43.712" v="8267" actId="14100"/>
          <ac:cxnSpMkLst>
            <pc:docMk/>
            <pc:sldMk cId="2603403993" sldId="277"/>
            <ac:cxnSpMk id="27" creationId="{9ED631DF-B15B-41BC-AE64-21BDD645E6BA}"/>
          </ac:cxnSpMkLst>
        </pc:cxnChg>
        <pc:cxnChg chg="add mod">
          <ac:chgData name="김건백" userId="da0e1cd9-2c5e-4228-8907-facf07e1249b" providerId="ADAL" clId="{490768D9-CA23-40A9-900B-5BCA97CA1137}" dt="2026-07-23T05:14:11.192" v="5316" actId="1076"/>
          <ac:cxnSpMkLst>
            <pc:docMk/>
            <pc:sldMk cId="2603403993" sldId="277"/>
            <ac:cxnSpMk id="34" creationId="{0D437D3E-D0D9-4FB7-A455-21BF3271C180}"/>
          </ac:cxnSpMkLst>
        </pc:cxnChg>
        <pc:cxnChg chg="add mod">
          <ac:chgData name="김건백" userId="da0e1cd9-2c5e-4228-8907-facf07e1249b" providerId="ADAL" clId="{490768D9-CA23-40A9-900B-5BCA97CA1137}" dt="2026-08-07T02:41:52.868" v="8243" actId="693"/>
          <ac:cxnSpMkLst>
            <pc:docMk/>
            <pc:sldMk cId="2603403993" sldId="277"/>
            <ac:cxnSpMk id="35" creationId="{6103D392-4F41-4F48-AB0F-F4EBFD2A3097}"/>
          </ac:cxnSpMkLst>
        </pc:cxnChg>
        <pc:cxnChg chg="add mod">
          <ac:chgData name="김건백" userId="da0e1cd9-2c5e-4228-8907-facf07e1249b" providerId="ADAL" clId="{490768D9-CA23-40A9-900B-5BCA97CA1137}" dt="2026-07-23T05:14:11.192" v="5316" actId="1076"/>
          <ac:cxnSpMkLst>
            <pc:docMk/>
            <pc:sldMk cId="2603403993" sldId="277"/>
            <ac:cxnSpMk id="41" creationId="{20E9AAAC-2BF9-47B7-A817-BFB4109B2DE0}"/>
          </ac:cxnSpMkLst>
        </pc:cxnChg>
        <pc:cxnChg chg="add mod">
          <ac:chgData name="김건백" userId="da0e1cd9-2c5e-4228-8907-facf07e1249b" providerId="ADAL" clId="{490768D9-CA23-40A9-900B-5BCA97CA1137}" dt="2026-07-23T05:14:11.192" v="5316" actId="1076"/>
          <ac:cxnSpMkLst>
            <pc:docMk/>
            <pc:sldMk cId="2603403993" sldId="277"/>
            <ac:cxnSpMk id="44" creationId="{8A1C16F5-8435-40E5-9397-6E0498AF6024}"/>
          </ac:cxnSpMkLst>
        </pc:cxnChg>
      </pc:sldChg>
      <pc:sldChg chg="addSp delSp modSp add modNotesTx">
        <pc:chgData name="김건백" userId="da0e1cd9-2c5e-4228-8907-facf07e1249b" providerId="ADAL" clId="{490768D9-CA23-40A9-900B-5BCA97CA1137}" dt="2026-08-11T00:02:26.690" v="10342" actId="1076"/>
        <pc:sldMkLst>
          <pc:docMk/>
          <pc:sldMk cId="127096532" sldId="278"/>
        </pc:sldMkLst>
        <pc:spChg chg="mod">
          <ac:chgData name="김건백" userId="da0e1cd9-2c5e-4228-8907-facf07e1249b" providerId="ADAL" clId="{490768D9-CA23-40A9-900B-5BCA97CA1137}" dt="2026-07-23T05:26:06.323" v="5362"/>
          <ac:spMkLst>
            <pc:docMk/>
            <pc:sldMk cId="127096532" sldId="278"/>
            <ac:spMk id="2" creationId="{54A09152-0726-4BB3-89A1-ACDF3DD075C3}"/>
          </ac:spMkLst>
        </pc:spChg>
        <pc:spChg chg="del">
          <ac:chgData name="김건백" userId="da0e1cd9-2c5e-4228-8907-facf07e1249b" providerId="ADAL" clId="{490768D9-CA23-40A9-900B-5BCA97CA1137}" dt="2026-07-23T05:37:46.302" v="6147" actId="478"/>
          <ac:spMkLst>
            <pc:docMk/>
            <pc:sldMk cId="127096532" sldId="278"/>
            <ac:spMk id="3" creationId="{206779E0-B5D2-46E2-A37A-0CD478207CCC}"/>
          </ac:spMkLst>
        </pc:spChg>
        <pc:spChg chg="add mod">
          <ac:chgData name="김건백" userId="da0e1cd9-2c5e-4228-8907-facf07e1249b" providerId="ADAL" clId="{490768D9-CA23-40A9-900B-5BCA97CA1137}" dt="2026-07-23T05:42:39.685" v="6285" actId="27636"/>
          <ac:spMkLst>
            <pc:docMk/>
            <pc:sldMk cId="127096532" sldId="278"/>
            <ac:spMk id="4" creationId="{0A725308-6AB3-4346-BD6C-4A02431B49DB}"/>
          </ac:spMkLst>
        </pc:spChg>
        <pc:spChg chg="add mod">
          <ac:chgData name="김건백" userId="da0e1cd9-2c5e-4228-8907-facf07e1249b" providerId="ADAL" clId="{490768D9-CA23-40A9-900B-5BCA97CA1137}" dt="2026-07-23T05:48:35.065" v="6372" actId="14100"/>
          <ac:spMkLst>
            <pc:docMk/>
            <pc:sldMk cId="127096532" sldId="278"/>
            <ac:spMk id="5" creationId="{9538EF99-DFAF-4101-8500-86E8D6EC6C0A}"/>
          </ac:spMkLst>
        </pc:spChg>
        <pc:spChg chg="add mod">
          <ac:chgData name="김건백" userId="da0e1cd9-2c5e-4228-8907-facf07e1249b" providerId="ADAL" clId="{490768D9-CA23-40A9-900B-5BCA97CA1137}" dt="2026-07-23T05:43:00.594" v="6288" actId="571"/>
          <ac:spMkLst>
            <pc:docMk/>
            <pc:sldMk cId="127096532" sldId="278"/>
            <ac:spMk id="6" creationId="{AE96595A-FB80-4368-B450-815706EC31D9}"/>
          </ac:spMkLst>
        </pc:spChg>
        <pc:spChg chg="add mod">
          <ac:chgData name="김건백" userId="da0e1cd9-2c5e-4228-8907-facf07e1249b" providerId="ADAL" clId="{490768D9-CA23-40A9-900B-5BCA97CA1137}" dt="2026-07-23T05:43:02.515" v="6290" actId="571"/>
          <ac:spMkLst>
            <pc:docMk/>
            <pc:sldMk cId="127096532" sldId="278"/>
            <ac:spMk id="7" creationId="{1FFB94BD-69EC-4504-B7B2-13209786A0FE}"/>
          </ac:spMkLst>
        </pc:spChg>
        <pc:spChg chg="add mod">
          <ac:chgData name="김건백" userId="da0e1cd9-2c5e-4228-8907-facf07e1249b" providerId="ADAL" clId="{490768D9-CA23-40A9-900B-5BCA97CA1137}" dt="2026-07-23T05:43:02.515" v="6290" actId="571"/>
          <ac:spMkLst>
            <pc:docMk/>
            <pc:sldMk cId="127096532" sldId="278"/>
            <ac:spMk id="8" creationId="{3594BC8A-FF83-4DEC-BDB8-2FDFF97FF481}"/>
          </ac:spMkLst>
        </pc:spChg>
        <pc:spChg chg="add mod">
          <ac:chgData name="김건백" userId="da0e1cd9-2c5e-4228-8907-facf07e1249b" providerId="ADAL" clId="{490768D9-CA23-40A9-900B-5BCA97CA1137}" dt="2026-07-23T05:50:29.163" v="6614" actId="14100"/>
          <ac:spMkLst>
            <pc:docMk/>
            <pc:sldMk cId="127096532" sldId="278"/>
            <ac:spMk id="9" creationId="{A66BCCCE-0687-4C60-ADD7-445515179CE3}"/>
          </ac:spMkLst>
        </pc:spChg>
        <pc:spChg chg="add mod">
          <ac:chgData name="김건백" userId="da0e1cd9-2c5e-4228-8907-facf07e1249b" providerId="ADAL" clId="{490768D9-CA23-40A9-900B-5BCA97CA1137}" dt="2026-08-11T00:02:26.690" v="10342" actId="1076"/>
          <ac:spMkLst>
            <pc:docMk/>
            <pc:sldMk cId="127096532" sldId="278"/>
            <ac:spMk id="10" creationId="{C3B10F9B-DCE8-49D0-B811-8617E432CA20}"/>
          </ac:spMkLst>
        </pc:spChg>
        <pc:spChg chg="add mod">
          <ac:chgData name="김건백" userId="da0e1cd9-2c5e-4228-8907-facf07e1249b" providerId="ADAL" clId="{490768D9-CA23-40A9-900B-5BCA97CA1137}" dt="2026-07-23T06:05:19.266" v="6914" actId="14100"/>
          <ac:spMkLst>
            <pc:docMk/>
            <pc:sldMk cId="127096532" sldId="278"/>
            <ac:spMk id="11" creationId="{C0D49570-EC3B-4DA9-B45E-0604BCCBC163}"/>
          </ac:spMkLst>
        </pc:spChg>
        <pc:spChg chg="add mod">
          <ac:chgData name="김건백" userId="da0e1cd9-2c5e-4228-8907-facf07e1249b" providerId="ADAL" clId="{490768D9-CA23-40A9-900B-5BCA97CA1137}" dt="2026-07-23T05:51:11.208" v="6649" actId="2710"/>
          <ac:spMkLst>
            <pc:docMk/>
            <pc:sldMk cId="127096532" sldId="278"/>
            <ac:spMk id="12" creationId="{11931E14-1D5E-4CD8-8642-0B0A2458FEF8}"/>
          </ac:spMkLst>
        </pc:spChg>
        <pc:spChg chg="add mod">
          <ac:chgData name="김건백" userId="da0e1cd9-2c5e-4228-8907-facf07e1249b" providerId="ADAL" clId="{490768D9-CA23-40A9-900B-5BCA97CA1137}" dt="2026-07-23T05:51:04.857" v="6648" actId="1076"/>
          <ac:spMkLst>
            <pc:docMk/>
            <pc:sldMk cId="127096532" sldId="278"/>
            <ac:spMk id="13" creationId="{C3DE9CFA-3183-4EF3-9C4D-1D93284AF4BD}"/>
          </ac:spMkLst>
        </pc:spChg>
      </pc:sldChg>
      <pc:sldChg chg="addSp delSp modSp add">
        <pc:chgData name="김건백" userId="da0e1cd9-2c5e-4228-8907-facf07e1249b" providerId="ADAL" clId="{490768D9-CA23-40A9-900B-5BCA97CA1137}" dt="2026-07-23T05:26:37.222" v="5421"/>
        <pc:sldMkLst>
          <pc:docMk/>
          <pc:sldMk cId="3013070425" sldId="279"/>
        </pc:sldMkLst>
        <pc:spChg chg="del">
          <ac:chgData name="김건백" userId="da0e1cd9-2c5e-4228-8907-facf07e1249b" providerId="ADAL" clId="{490768D9-CA23-40A9-900B-5BCA97CA1137}" dt="2026-07-23T05:26:09.664" v="5364"/>
          <ac:spMkLst>
            <pc:docMk/>
            <pc:sldMk cId="3013070425" sldId="279"/>
            <ac:spMk id="2" creationId="{9774E0FE-9BCB-459F-A1CF-3683E6EDBBFD}"/>
          </ac:spMkLst>
        </pc:spChg>
        <pc:spChg chg="del">
          <ac:chgData name="김건백" userId="da0e1cd9-2c5e-4228-8907-facf07e1249b" providerId="ADAL" clId="{490768D9-CA23-40A9-900B-5BCA97CA1137}" dt="2026-07-23T05:26:09.664" v="5364"/>
          <ac:spMkLst>
            <pc:docMk/>
            <pc:sldMk cId="3013070425" sldId="279"/>
            <ac:spMk id="3" creationId="{598F3944-43EF-4026-B47E-3C67153796B0}"/>
          </ac:spMkLst>
        </pc:spChg>
        <pc:spChg chg="add mod">
          <ac:chgData name="김건백" userId="da0e1cd9-2c5e-4228-8907-facf07e1249b" providerId="ADAL" clId="{490768D9-CA23-40A9-900B-5BCA97CA1137}" dt="2026-07-23T05:26:24.204" v="5420" actId="404"/>
          <ac:spMkLst>
            <pc:docMk/>
            <pc:sldMk cId="3013070425" sldId="279"/>
            <ac:spMk id="4" creationId="{4BB5260D-18F5-46F6-B8AD-04BA4682C684}"/>
          </ac:spMkLst>
        </pc:spChg>
        <pc:spChg chg="add mod">
          <ac:chgData name="김건백" userId="da0e1cd9-2c5e-4228-8907-facf07e1249b" providerId="ADAL" clId="{490768D9-CA23-40A9-900B-5BCA97CA1137}" dt="2026-07-23T05:26:37.222" v="5421"/>
          <ac:spMkLst>
            <pc:docMk/>
            <pc:sldMk cId="3013070425" sldId="279"/>
            <ac:spMk id="5" creationId="{6C8E659C-869E-46B3-B3CA-EC95831E0D25}"/>
          </ac:spMkLst>
        </pc:spChg>
      </pc:sldChg>
      <pc:sldChg chg="addSp delSp modSp add">
        <pc:chgData name="김건백" userId="da0e1cd9-2c5e-4228-8907-facf07e1249b" providerId="ADAL" clId="{490768D9-CA23-40A9-900B-5BCA97CA1137}" dt="2026-08-07T02:57:16.335" v="9095" actId="20577"/>
        <pc:sldMkLst>
          <pc:docMk/>
          <pc:sldMk cId="2557473646" sldId="280"/>
        </pc:sldMkLst>
        <pc:spChg chg="add mod">
          <ac:chgData name="김건백" userId="da0e1cd9-2c5e-4228-8907-facf07e1249b" providerId="ADAL" clId="{490768D9-CA23-40A9-900B-5BCA97CA1137}" dt="2026-08-07T02:57:16.335" v="9095" actId="20577"/>
          <ac:spMkLst>
            <pc:docMk/>
            <pc:sldMk cId="2557473646" sldId="280"/>
            <ac:spMk id="3" creationId="{C061707D-B5D2-4B14-AFA1-3EB52605205C}"/>
          </ac:spMkLst>
        </pc:spChg>
        <pc:spChg chg="del">
          <ac:chgData name="김건백" userId="da0e1cd9-2c5e-4228-8907-facf07e1249b" providerId="ADAL" clId="{490768D9-CA23-40A9-900B-5BCA97CA1137}" dt="2026-07-23T05:27:32.410" v="5423" actId="478"/>
          <ac:spMkLst>
            <pc:docMk/>
            <pc:sldMk cId="2557473646" sldId="280"/>
            <ac:spMk id="13" creationId="{FB8A6388-97C3-474C-A035-CE40634678EA}"/>
          </ac:spMkLst>
        </pc:spChg>
        <pc:spChg chg="add mod">
          <ac:chgData name="김건백" userId="da0e1cd9-2c5e-4228-8907-facf07e1249b" providerId="ADAL" clId="{490768D9-CA23-40A9-900B-5BCA97CA1137}" dt="2026-08-07T02:55:29.185" v="9038" actId="20577"/>
          <ac:spMkLst>
            <pc:docMk/>
            <pc:sldMk cId="2557473646" sldId="280"/>
            <ac:spMk id="16" creationId="{800639D4-4F42-400D-8E53-75E3052F0323}"/>
          </ac:spMkLst>
        </pc:spChg>
        <pc:spChg chg="del">
          <ac:chgData name="김건백" userId="da0e1cd9-2c5e-4228-8907-facf07e1249b" providerId="ADAL" clId="{490768D9-CA23-40A9-900B-5BCA97CA1137}" dt="2026-07-23T05:27:32.410" v="5423" actId="478"/>
          <ac:spMkLst>
            <pc:docMk/>
            <pc:sldMk cId="2557473646" sldId="280"/>
            <ac:spMk id="28" creationId="{EA0457C4-399E-4701-9DE3-7E5102B8BC8E}"/>
          </ac:spMkLst>
        </pc:spChg>
        <pc:spChg chg="del">
          <ac:chgData name="김건백" userId="da0e1cd9-2c5e-4228-8907-facf07e1249b" providerId="ADAL" clId="{490768D9-CA23-40A9-900B-5BCA97CA1137}" dt="2026-07-23T05:27:32.410" v="5423" actId="478"/>
          <ac:spMkLst>
            <pc:docMk/>
            <pc:sldMk cId="2557473646" sldId="280"/>
            <ac:spMk id="29" creationId="{8CB6BEAB-5713-45D5-9572-87DF9F6CBC46}"/>
          </ac:spMkLst>
        </pc:spChg>
        <pc:spChg chg="del">
          <ac:chgData name="김건백" userId="da0e1cd9-2c5e-4228-8907-facf07e1249b" providerId="ADAL" clId="{490768D9-CA23-40A9-900B-5BCA97CA1137}" dt="2026-07-23T05:27:33.993" v="5424" actId="478"/>
          <ac:spMkLst>
            <pc:docMk/>
            <pc:sldMk cId="2557473646" sldId="280"/>
            <ac:spMk id="30" creationId="{A21ECCD8-6680-4E16-947E-AC41CC48ED08}"/>
          </ac:spMkLst>
        </pc:spChg>
        <pc:spChg chg="del">
          <ac:chgData name="김건백" userId="da0e1cd9-2c5e-4228-8907-facf07e1249b" providerId="ADAL" clId="{490768D9-CA23-40A9-900B-5BCA97CA1137}" dt="2026-07-23T05:27:36.253" v="5425" actId="478"/>
          <ac:spMkLst>
            <pc:docMk/>
            <pc:sldMk cId="2557473646" sldId="280"/>
            <ac:spMk id="33" creationId="{897E6ED8-D1AC-4CE7-A260-DA62E8CA7A9F}"/>
          </ac:spMkLst>
        </pc:spChg>
        <pc:spChg chg="del">
          <ac:chgData name="김건백" userId="da0e1cd9-2c5e-4228-8907-facf07e1249b" providerId="ADAL" clId="{490768D9-CA23-40A9-900B-5BCA97CA1137}" dt="2026-07-23T05:27:32.410" v="5423" actId="478"/>
          <ac:spMkLst>
            <pc:docMk/>
            <pc:sldMk cId="2557473646" sldId="280"/>
            <ac:spMk id="34" creationId="{8A6A2610-BAB5-4679-8F3D-18DAA606C8DD}"/>
          </ac:spMkLst>
        </pc:spChg>
        <pc:spChg chg="del">
          <ac:chgData name="김건백" userId="da0e1cd9-2c5e-4228-8907-facf07e1249b" providerId="ADAL" clId="{490768D9-CA23-40A9-900B-5BCA97CA1137}" dt="2026-07-23T05:27:33.993" v="5424" actId="478"/>
          <ac:spMkLst>
            <pc:docMk/>
            <pc:sldMk cId="2557473646" sldId="280"/>
            <ac:spMk id="38" creationId="{8DB9B67D-B0A1-4112-8360-40E5592B678E}"/>
          </ac:spMkLst>
        </pc:spChg>
        <pc:spChg chg="del">
          <ac:chgData name="김건백" userId="da0e1cd9-2c5e-4228-8907-facf07e1249b" providerId="ADAL" clId="{490768D9-CA23-40A9-900B-5BCA97CA1137}" dt="2026-07-23T05:27:33.993" v="5424" actId="478"/>
          <ac:spMkLst>
            <pc:docMk/>
            <pc:sldMk cId="2557473646" sldId="280"/>
            <ac:spMk id="39" creationId="{E27AF1F3-54F6-481C-8AEE-9667D2DFEFB7}"/>
          </ac:spMkLst>
        </pc:spChg>
        <pc:cxnChg chg="del">
          <ac:chgData name="김건백" userId="da0e1cd9-2c5e-4228-8907-facf07e1249b" providerId="ADAL" clId="{490768D9-CA23-40A9-900B-5BCA97CA1137}" dt="2026-07-23T05:27:32.410" v="5423" actId="478"/>
          <ac:cxnSpMkLst>
            <pc:docMk/>
            <pc:sldMk cId="2557473646" sldId="280"/>
            <ac:cxnSpMk id="4" creationId="{495FFA39-A0AF-4C64-81BD-11E54DACF241}"/>
          </ac:cxnSpMkLst>
        </pc:cxnChg>
        <pc:cxnChg chg="del">
          <ac:chgData name="김건백" userId="da0e1cd9-2c5e-4228-8907-facf07e1249b" providerId="ADAL" clId="{490768D9-CA23-40A9-900B-5BCA97CA1137}" dt="2026-07-23T05:27:32.410" v="5423" actId="478"/>
          <ac:cxnSpMkLst>
            <pc:docMk/>
            <pc:sldMk cId="2557473646" sldId="280"/>
            <ac:cxnSpMk id="21" creationId="{9986F9C2-89F6-41D0-9B0E-BD2498B9FFF2}"/>
          </ac:cxnSpMkLst>
        </pc:cxnChg>
        <pc:cxnChg chg="del">
          <ac:chgData name="김건백" userId="da0e1cd9-2c5e-4228-8907-facf07e1249b" providerId="ADAL" clId="{490768D9-CA23-40A9-900B-5BCA97CA1137}" dt="2026-07-23T05:27:32.410" v="5423" actId="478"/>
          <ac:cxnSpMkLst>
            <pc:docMk/>
            <pc:sldMk cId="2557473646" sldId="280"/>
            <ac:cxnSpMk id="24" creationId="{DE4AF8CE-B76F-4FE5-85D7-605D35DDA363}"/>
          </ac:cxnSpMkLst>
        </pc:cxnChg>
        <pc:cxnChg chg="del">
          <ac:chgData name="김건백" userId="da0e1cd9-2c5e-4228-8907-facf07e1249b" providerId="ADAL" clId="{490768D9-CA23-40A9-900B-5BCA97CA1137}" dt="2026-07-23T05:27:32.410" v="5423" actId="478"/>
          <ac:cxnSpMkLst>
            <pc:docMk/>
            <pc:sldMk cId="2557473646" sldId="280"/>
            <ac:cxnSpMk id="26" creationId="{7D0EB68D-0644-4DB9-9BE0-C68D440EC5AD}"/>
          </ac:cxnSpMkLst>
        </pc:cxnChg>
      </pc:sldChg>
      <pc:sldChg chg="addSp delSp modSp add">
        <pc:chgData name="김건백" userId="da0e1cd9-2c5e-4228-8907-facf07e1249b" providerId="ADAL" clId="{490768D9-CA23-40A9-900B-5BCA97CA1137}" dt="2026-08-07T03:07:46.163" v="9449" actId="20577"/>
        <pc:sldMkLst>
          <pc:docMk/>
          <pc:sldMk cId="600478009" sldId="281"/>
        </pc:sldMkLst>
        <pc:spChg chg="mod">
          <ac:chgData name="김건백" userId="da0e1cd9-2c5e-4228-8907-facf07e1249b" providerId="ADAL" clId="{490768D9-CA23-40A9-900B-5BCA97CA1137}" dt="2026-08-07T03:00:26.405" v="9167"/>
          <ac:spMkLst>
            <pc:docMk/>
            <pc:sldMk cId="600478009" sldId="281"/>
            <ac:spMk id="2" creationId="{AE79BBB1-BF14-4E1A-BD96-E76EC4C3E330}"/>
          </ac:spMkLst>
        </pc:spChg>
        <pc:spChg chg="del">
          <ac:chgData name="김건백" userId="da0e1cd9-2c5e-4228-8907-facf07e1249b" providerId="ADAL" clId="{490768D9-CA23-40A9-900B-5BCA97CA1137}" dt="2026-08-07T03:01:20.949" v="9170"/>
          <ac:spMkLst>
            <pc:docMk/>
            <pc:sldMk cId="600478009" sldId="281"/>
            <ac:spMk id="3" creationId="{AFC69638-01CD-48D9-BD40-DCD7CA3DF9AF}"/>
          </ac:spMkLst>
        </pc:spChg>
        <pc:spChg chg="add mod">
          <ac:chgData name="김건백" userId="da0e1cd9-2c5e-4228-8907-facf07e1249b" providerId="ADAL" clId="{490768D9-CA23-40A9-900B-5BCA97CA1137}" dt="2026-08-07T03:07:46.163" v="9449" actId="20577"/>
          <ac:spMkLst>
            <pc:docMk/>
            <pc:sldMk cId="600478009" sldId="281"/>
            <ac:spMk id="4" creationId="{17006ECA-87D9-451C-A03A-D0B4ACEF37AD}"/>
          </ac:spMkLst>
        </pc:spChg>
        <pc:spChg chg="add del">
          <ac:chgData name="김건백" userId="da0e1cd9-2c5e-4228-8907-facf07e1249b" providerId="ADAL" clId="{490768D9-CA23-40A9-900B-5BCA97CA1137}" dt="2026-07-24T04:15:04.527" v="7132"/>
          <ac:spMkLst>
            <pc:docMk/>
            <pc:sldMk cId="600478009" sldId="281"/>
            <ac:spMk id="4" creationId="{391EAB3D-579D-455D-B29B-6A07AFFAD094}"/>
          </ac:spMkLst>
        </pc:spChg>
        <pc:spChg chg="add mod">
          <ac:chgData name="김건백" userId="da0e1cd9-2c5e-4228-8907-facf07e1249b" providerId="ADAL" clId="{490768D9-CA23-40A9-900B-5BCA97CA1137}" dt="2026-08-07T03:05:19.295" v="9275" actId="255"/>
          <ac:spMkLst>
            <pc:docMk/>
            <pc:sldMk cId="600478009" sldId="281"/>
            <ac:spMk id="6" creationId="{462300BC-E959-42E3-85E6-597CFDB065F2}"/>
          </ac:spMkLst>
        </pc:spChg>
        <pc:spChg chg="add mod">
          <ac:chgData name="김건백" userId="da0e1cd9-2c5e-4228-8907-facf07e1249b" providerId="ADAL" clId="{490768D9-CA23-40A9-900B-5BCA97CA1137}" dt="2026-08-07T03:05:29.754" v="9278" actId="20577"/>
          <ac:spMkLst>
            <pc:docMk/>
            <pc:sldMk cId="600478009" sldId="281"/>
            <ac:spMk id="7" creationId="{7947AD01-D3A4-410B-9943-325110A264CC}"/>
          </ac:spMkLst>
        </pc:spChg>
        <pc:picChg chg="add mod">
          <ac:chgData name="김건백" userId="da0e1cd9-2c5e-4228-8907-facf07e1249b" providerId="ADAL" clId="{490768D9-CA23-40A9-900B-5BCA97CA1137}" dt="2026-08-07T03:02:10.945" v="9178" actId="1076"/>
          <ac:picMkLst>
            <pc:docMk/>
            <pc:sldMk cId="600478009" sldId="281"/>
            <ac:picMk id="5" creationId="{0BE66B9F-EC01-46DE-86CA-D64ED1E05DCD}"/>
          </ac:picMkLst>
        </pc:picChg>
      </pc:sldChg>
      <pc:sldChg chg="addSp delSp modSp add">
        <pc:chgData name="김건백" userId="da0e1cd9-2c5e-4228-8907-facf07e1249b" providerId="ADAL" clId="{490768D9-CA23-40A9-900B-5BCA97CA1137}" dt="2026-08-07T03:07:39.111" v="9425" actId="20577"/>
        <pc:sldMkLst>
          <pc:docMk/>
          <pc:sldMk cId="3063292378" sldId="282"/>
        </pc:sldMkLst>
        <pc:spChg chg="mod">
          <ac:chgData name="김건백" userId="da0e1cd9-2c5e-4228-8907-facf07e1249b" providerId="ADAL" clId="{490768D9-CA23-40A9-900B-5BCA97CA1137}" dt="2026-08-07T03:07:39.111" v="9425" actId="20577"/>
          <ac:spMkLst>
            <pc:docMk/>
            <pc:sldMk cId="3063292378" sldId="282"/>
            <ac:spMk id="4" creationId="{0A725308-6AB3-4346-BD6C-4A02431B49DB}"/>
          </ac:spMkLst>
        </pc:spChg>
        <pc:spChg chg="del">
          <ac:chgData name="김건백" userId="da0e1cd9-2c5e-4228-8907-facf07e1249b" providerId="ADAL" clId="{490768D9-CA23-40A9-900B-5BCA97CA1137}" dt="2026-07-23T05:55:24.993" v="6704" actId="478"/>
          <ac:spMkLst>
            <pc:docMk/>
            <pc:sldMk cId="3063292378" sldId="282"/>
            <ac:spMk id="5" creationId="{9538EF99-DFAF-4101-8500-86E8D6EC6C0A}"/>
          </ac:spMkLst>
        </pc:spChg>
        <pc:spChg chg="add mod">
          <ac:chgData name="김건백" userId="da0e1cd9-2c5e-4228-8907-facf07e1249b" providerId="ADAL" clId="{490768D9-CA23-40A9-900B-5BCA97CA1137}" dt="2026-07-24T04:03:42.874" v="7086" actId="20577"/>
          <ac:spMkLst>
            <pc:docMk/>
            <pc:sldMk cId="3063292378" sldId="282"/>
            <ac:spMk id="7" creationId="{6BC4E327-4183-4550-A278-55C6229649E8}"/>
          </ac:spMkLst>
        </pc:spChg>
        <pc:spChg chg="add del mod">
          <ac:chgData name="김건백" userId="da0e1cd9-2c5e-4228-8907-facf07e1249b" providerId="ADAL" clId="{490768D9-CA23-40A9-900B-5BCA97CA1137}" dt="2026-07-23T05:58:32.850" v="6832" actId="478"/>
          <ac:spMkLst>
            <pc:docMk/>
            <pc:sldMk cId="3063292378" sldId="282"/>
            <ac:spMk id="8" creationId="{A382352D-7364-45EB-A1DB-D78B4AB027B4}"/>
          </ac:spMkLst>
        </pc:spChg>
        <pc:spChg chg="del">
          <ac:chgData name="김건백" userId="da0e1cd9-2c5e-4228-8907-facf07e1249b" providerId="ADAL" clId="{490768D9-CA23-40A9-900B-5BCA97CA1137}" dt="2026-07-23T05:55:24.993" v="6704" actId="478"/>
          <ac:spMkLst>
            <pc:docMk/>
            <pc:sldMk cId="3063292378" sldId="282"/>
            <ac:spMk id="9" creationId="{A66BCCCE-0687-4C60-ADD7-445515179CE3}"/>
          </ac:spMkLst>
        </pc:spChg>
        <pc:spChg chg="del">
          <ac:chgData name="김건백" userId="da0e1cd9-2c5e-4228-8907-facf07e1249b" providerId="ADAL" clId="{490768D9-CA23-40A9-900B-5BCA97CA1137}" dt="2026-07-23T05:55:24.993" v="6704" actId="478"/>
          <ac:spMkLst>
            <pc:docMk/>
            <pc:sldMk cId="3063292378" sldId="282"/>
            <ac:spMk id="10" creationId="{C3B10F9B-DCE8-49D0-B811-8617E432CA20}"/>
          </ac:spMkLst>
        </pc:spChg>
        <pc:spChg chg="del">
          <ac:chgData name="김건백" userId="da0e1cd9-2c5e-4228-8907-facf07e1249b" providerId="ADAL" clId="{490768D9-CA23-40A9-900B-5BCA97CA1137}" dt="2026-07-23T05:55:05.259" v="6651" actId="478"/>
          <ac:spMkLst>
            <pc:docMk/>
            <pc:sldMk cId="3063292378" sldId="282"/>
            <ac:spMk id="11" creationId="{C0D49570-EC3B-4DA9-B45E-0604BCCBC163}"/>
          </ac:spMkLst>
        </pc:spChg>
        <pc:spChg chg="del">
          <ac:chgData name="김건백" userId="da0e1cd9-2c5e-4228-8907-facf07e1249b" providerId="ADAL" clId="{490768D9-CA23-40A9-900B-5BCA97CA1137}" dt="2026-07-23T05:55:05.259" v="6651" actId="478"/>
          <ac:spMkLst>
            <pc:docMk/>
            <pc:sldMk cId="3063292378" sldId="282"/>
            <ac:spMk id="12" creationId="{11931E14-1D5E-4CD8-8642-0B0A2458FEF8}"/>
          </ac:spMkLst>
        </pc:spChg>
        <pc:spChg chg="del">
          <ac:chgData name="김건백" userId="da0e1cd9-2c5e-4228-8907-facf07e1249b" providerId="ADAL" clId="{490768D9-CA23-40A9-900B-5BCA97CA1137}" dt="2026-07-23T05:55:05.259" v="6651" actId="478"/>
          <ac:spMkLst>
            <pc:docMk/>
            <pc:sldMk cId="3063292378" sldId="282"/>
            <ac:spMk id="13" creationId="{C3DE9CFA-3183-4EF3-9C4D-1D93284AF4BD}"/>
          </ac:spMkLst>
        </pc:spChg>
        <pc:spChg chg="add mod ord">
          <ac:chgData name="김건백" userId="da0e1cd9-2c5e-4228-8907-facf07e1249b" providerId="ADAL" clId="{490768D9-CA23-40A9-900B-5BCA97CA1137}" dt="2026-07-23T06:05:27.007" v="6918" actId="14100"/>
          <ac:spMkLst>
            <pc:docMk/>
            <pc:sldMk cId="3063292378" sldId="282"/>
            <ac:spMk id="15" creationId="{83CCEEEE-87DB-4831-99A9-97E26762B972}"/>
          </ac:spMkLst>
        </pc:spChg>
        <pc:picChg chg="add mod">
          <ac:chgData name="김건백" userId="da0e1cd9-2c5e-4228-8907-facf07e1249b" providerId="ADAL" clId="{490768D9-CA23-40A9-900B-5BCA97CA1137}" dt="2026-07-23T05:58:45.042" v="6838" actId="1076"/>
          <ac:picMkLst>
            <pc:docMk/>
            <pc:sldMk cId="3063292378" sldId="282"/>
            <ac:picMk id="14" creationId="{464C2355-7C37-40AD-8021-534AAB173208}"/>
          </ac:picMkLst>
        </pc:picChg>
        <pc:cxnChg chg="add del mod">
          <ac:chgData name="김건백" userId="da0e1cd9-2c5e-4228-8907-facf07e1249b" providerId="ADAL" clId="{490768D9-CA23-40A9-900B-5BCA97CA1137}" dt="2026-07-23T05:58:38.761" v="6835" actId="478"/>
          <ac:cxnSpMkLst>
            <pc:docMk/>
            <pc:sldMk cId="3063292378" sldId="282"/>
            <ac:cxnSpMk id="6" creationId="{0FD37806-F2A1-4AF9-B376-C3F55F2068A2}"/>
          </ac:cxnSpMkLst>
        </pc:cxnChg>
      </pc:sldChg>
      <pc:sldChg chg="addSp delSp modSp add modNotesTx">
        <pc:chgData name="김건백" userId="da0e1cd9-2c5e-4228-8907-facf07e1249b" providerId="ADAL" clId="{490768D9-CA23-40A9-900B-5BCA97CA1137}" dt="2026-08-11T00:56:54.152" v="10413" actId="20577"/>
        <pc:sldMkLst>
          <pc:docMk/>
          <pc:sldMk cId="2371564833" sldId="283"/>
        </pc:sldMkLst>
        <pc:spChg chg="add mod">
          <ac:chgData name="김건백" userId="da0e1cd9-2c5e-4228-8907-facf07e1249b" providerId="ADAL" clId="{490768D9-CA23-40A9-900B-5BCA97CA1137}" dt="2026-08-07T02:58:46.003" v="9119" actId="1076"/>
          <ac:spMkLst>
            <pc:docMk/>
            <pc:sldMk cId="2371564833" sldId="283"/>
            <ac:spMk id="3" creationId="{D4DF5C62-0773-4EB2-88EE-8DCDAFACD45F}"/>
          </ac:spMkLst>
        </pc:spChg>
        <pc:spChg chg="mod">
          <ac:chgData name="김건백" userId="da0e1cd9-2c5e-4228-8907-facf07e1249b" providerId="ADAL" clId="{490768D9-CA23-40A9-900B-5BCA97CA1137}" dt="2026-07-23T06:06:08.386" v="6956" actId="20577"/>
          <ac:spMkLst>
            <pc:docMk/>
            <pc:sldMk cId="2371564833" sldId="283"/>
            <ac:spMk id="4" creationId="{0A725308-6AB3-4346-BD6C-4A02431B49DB}"/>
          </ac:spMkLst>
        </pc:spChg>
        <pc:spChg chg="add del mod">
          <ac:chgData name="김건백" userId="da0e1cd9-2c5e-4228-8907-facf07e1249b" providerId="ADAL" clId="{490768D9-CA23-40A9-900B-5BCA97CA1137}" dt="2026-07-24T04:03:18.111" v="7080"/>
          <ac:spMkLst>
            <pc:docMk/>
            <pc:sldMk cId="2371564833" sldId="283"/>
            <ac:spMk id="5" creationId="{D46BB3A9-1A3E-4D14-BF2E-BA1E137764D1}"/>
          </ac:spMkLst>
        </pc:spChg>
        <pc:spChg chg="add mod">
          <ac:chgData name="김건백" userId="da0e1cd9-2c5e-4228-8907-facf07e1249b" providerId="ADAL" clId="{490768D9-CA23-40A9-900B-5BCA97CA1137}" dt="2026-08-07T03:04:12.937" v="9257" actId="1076"/>
          <ac:spMkLst>
            <pc:docMk/>
            <pc:sldMk cId="2371564833" sldId="283"/>
            <ac:spMk id="6" creationId="{83F6C7A6-CDFC-4E4E-942E-7CBD310DB896}"/>
          </ac:spMkLst>
        </pc:spChg>
        <pc:spChg chg="add mod">
          <ac:chgData name="김건백" userId="da0e1cd9-2c5e-4228-8907-facf07e1249b" providerId="ADAL" clId="{490768D9-CA23-40A9-900B-5BCA97CA1137}" dt="2026-08-07T03:04:46.118" v="9274" actId="1038"/>
          <ac:spMkLst>
            <pc:docMk/>
            <pc:sldMk cId="2371564833" sldId="283"/>
            <ac:spMk id="7" creationId="{3FE69CAC-F437-4D7E-B983-0703C41EFE2B}"/>
          </ac:spMkLst>
        </pc:spChg>
        <pc:spChg chg="del">
          <ac:chgData name="김건백" userId="da0e1cd9-2c5e-4228-8907-facf07e1249b" providerId="ADAL" clId="{490768D9-CA23-40A9-900B-5BCA97CA1137}" dt="2026-07-23T06:05:53.807" v="6922" actId="478"/>
          <ac:spMkLst>
            <pc:docMk/>
            <pc:sldMk cId="2371564833" sldId="283"/>
            <ac:spMk id="7" creationId="{6BC4E327-4183-4550-A278-55C6229649E8}"/>
          </ac:spMkLst>
        </pc:spChg>
        <pc:spChg chg="add mod">
          <ac:chgData name="김건백" userId="da0e1cd9-2c5e-4228-8907-facf07e1249b" providerId="ADAL" clId="{490768D9-CA23-40A9-900B-5BCA97CA1137}" dt="2026-08-07T03:04:27.816" v="9261" actId="1076"/>
          <ac:spMkLst>
            <pc:docMk/>
            <pc:sldMk cId="2371564833" sldId="283"/>
            <ac:spMk id="8" creationId="{425E82C1-ED17-45C3-B7C8-73383CC0B29A}"/>
          </ac:spMkLst>
        </pc:spChg>
        <pc:spChg chg="add mod">
          <ac:chgData name="김건백" userId="da0e1cd9-2c5e-4228-8907-facf07e1249b" providerId="ADAL" clId="{490768D9-CA23-40A9-900B-5BCA97CA1137}" dt="2026-08-07T03:04:27.816" v="9261" actId="1076"/>
          <ac:spMkLst>
            <pc:docMk/>
            <pc:sldMk cId="2371564833" sldId="283"/>
            <ac:spMk id="9" creationId="{D6ED7F14-C5CF-450D-934F-D20739F023D2}"/>
          </ac:spMkLst>
        </pc:spChg>
        <pc:spChg chg="add mod">
          <ac:chgData name="김건백" userId="da0e1cd9-2c5e-4228-8907-facf07e1249b" providerId="ADAL" clId="{490768D9-CA23-40A9-900B-5BCA97CA1137}" dt="2026-07-24T04:18:02.844" v="7194" actId="571"/>
          <ac:spMkLst>
            <pc:docMk/>
            <pc:sldMk cId="2371564833" sldId="283"/>
            <ac:spMk id="10" creationId="{E555E4E4-90C8-402D-BB1B-27E8DA7581FD}"/>
          </ac:spMkLst>
        </pc:spChg>
        <pc:spChg chg="add mod">
          <ac:chgData name="김건백" userId="da0e1cd9-2c5e-4228-8907-facf07e1249b" providerId="ADAL" clId="{490768D9-CA23-40A9-900B-5BCA97CA1137}" dt="2026-08-07T03:04:27.816" v="9261" actId="1076"/>
          <ac:spMkLst>
            <pc:docMk/>
            <pc:sldMk cId="2371564833" sldId="283"/>
            <ac:spMk id="11" creationId="{21C2B8C7-A484-4B31-999B-8E59E141DC55}"/>
          </ac:spMkLst>
        </pc:spChg>
        <pc:spChg chg="add mod">
          <ac:chgData name="김건백" userId="da0e1cd9-2c5e-4228-8907-facf07e1249b" providerId="ADAL" clId="{490768D9-CA23-40A9-900B-5BCA97CA1137}" dt="2026-08-07T03:04:23.180" v="9260" actId="1076"/>
          <ac:spMkLst>
            <pc:docMk/>
            <pc:sldMk cId="2371564833" sldId="283"/>
            <ac:spMk id="12" creationId="{A72ACEDC-FAFF-45D4-B838-28FA77C7FA55}"/>
          </ac:spMkLst>
        </pc:spChg>
        <pc:spChg chg="add mod">
          <ac:chgData name="김건백" userId="da0e1cd9-2c5e-4228-8907-facf07e1249b" providerId="ADAL" clId="{490768D9-CA23-40A9-900B-5BCA97CA1137}" dt="2026-08-07T03:04:23.180" v="9260" actId="1076"/>
          <ac:spMkLst>
            <pc:docMk/>
            <pc:sldMk cId="2371564833" sldId="283"/>
            <ac:spMk id="13" creationId="{BE57CB96-855E-44BE-B6F6-04123E22977C}"/>
          </ac:spMkLst>
        </pc:spChg>
        <pc:spChg chg="add mod">
          <ac:chgData name="김건백" userId="da0e1cd9-2c5e-4228-8907-facf07e1249b" providerId="ADAL" clId="{490768D9-CA23-40A9-900B-5BCA97CA1137}" dt="2026-08-07T03:04:23.180" v="9260" actId="1076"/>
          <ac:spMkLst>
            <pc:docMk/>
            <pc:sldMk cId="2371564833" sldId="283"/>
            <ac:spMk id="14" creationId="{EF5FFE29-6162-4F7F-B79A-6F3D676E0CB9}"/>
          </ac:spMkLst>
        </pc:spChg>
        <pc:picChg chg="del">
          <ac:chgData name="김건백" userId="da0e1cd9-2c5e-4228-8907-facf07e1249b" providerId="ADAL" clId="{490768D9-CA23-40A9-900B-5BCA97CA1137}" dt="2026-07-23T06:05:53.807" v="6922" actId="478"/>
          <ac:picMkLst>
            <pc:docMk/>
            <pc:sldMk cId="2371564833" sldId="283"/>
            <ac:picMk id="14" creationId="{464C2355-7C37-40AD-8021-534AAB173208}"/>
          </ac:picMkLst>
        </pc:picChg>
      </pc:sldChg>
      <pc:sldChg chg="addSp delSp modSp add delAnim modNotesTx">
        <pc:chgData name="김건백" userId="da0e1cd9-2c5e-4228-8907-facf07e1249b" providerId="ADAL" clId="{490768D9-CA23-40A9-900B-5BCA97CA1137}" dt="2026-08-07T02:41:12.948" v="8242" actId="6549"/>
        <pc:sldMkLst>
          <pc:docMk/>
          <pc:sldMk cId="2909476743" sldId="284"/>
        </pc:sldMkLst>
        <pc:spChg chg="add del mod">
          <ac:chgData name="김건백" userId="da0e1cd9-2c5e-4228-8907-facf07e1249b" providerId="ADAL" clId="{490768D9-CA23-40A9-900B-5BCA97CA1137}" dt="2026-08-07T02:33:46.904" v="8073" actId="478"/>
          <ac:spMkLst>
            <pc:docMk/>
            <pc:sldMk cId="2909476743" sldId="284"/>
            <ac:spMk id="4" creationId="{E5B226B2-EF60-4ECA-A3FA-216C12165734}"/>
          </ac:spMkLst>
        </pc:spChg>
        <pc:spChg chg="mod">
          <ac:chgData name="김건백" userId="da0e1cd9-2c5e-4228-8907-facf07e1249b" providerId="ADAL" clId="{490768D9-CA23-40A9-900B-5BCA97CA1137}" dt="2026-08-07T02:40:27.898" v="8234" actId="12788"/>
          <ac:spMkLst>
            <pc:docMk/>
            <pc:sldMk cId="2909476743" sldId="284"/>
            <ac:spMk id="19" creationId="{42B32BAB-FE0E-4D16-85BC-B7C5F7C77698}"/>
          </ac:spMkLst>
        </pc:spChg>
        <pc:spChg chg="del">
          <ac:chgData name="김건백" userId="da0e1cd9-2c5e-4228-8907-facf07e1249b" providerId="ADAL" clId="{490768D9-CA23-40A9-900B-5BCA97CA1137}" dt="2026-08-07T02:27:50.020" v="7327" actId="478"/>
          <ac:spMkLst>
            <pc:docMk/>
            <pc:sldMk cId="2909476743" sldId="284"/>
            <ac:spMk id="20" creationId="{69872C85-941B-4795-A142-FB18AAE314F9}"/>
          </ac:spMkLst>
        </pc:spChg>
        <pc:spChg chg="del">
          <ac:chgData name="김건백" userId="da0e1cd9-2c5e-4228-8907-facf07e1249b" providerId="ADAL" clId="{490768D9-CA23-40A9-900B-5BCA97CA1137}" dt="2026-08-07T02:27:49.072" v="7326" actId="478"/>
          <ac:spMkLst>
            <pc:docMk/>
            <pc:sldMk cId="2909476743" sldId="284"/>
            <ac:spMk id="23" creationId="{0AD470C3-9252-4D66-96FF-45B21DC5C51B}"/>
          </ac:spMkLst>
        </pc:spChg>
        <pc:spChg chg="del">
          <ac:chgData name="김건백" userId="da0e1cd9-2c5e-4228-8907-facf07e1249b" providerId="ADAL" clId="{490768D9-CA23-40A9-900B-5BCA97CA1137}" dt="2026-08-07T02:27:49.072" v="7326" actId="478"/>
          <ac:spMkLst>
            <pc:docMk/>
            <pc:sldMk cId="2909476743" sldId="284"/>
            <ac:spMk id="24" creationId="{C2E5D9F0-0E18-413C-9ECF-A04904BF1BC1}"/>
          </ac:spMkLst>
        </pc:spChg>
        <pc:spChg chg="del mod">
          <ac:chgData name="김건백" userId="da0e1cd9-2c5e-4228-8907-facf07e1249b" providerId="ADAL" clId="{490768D9-CA23-40A9-900B-5BCA97CA1137}" dt="2026-08-07T02:33:49.107" v="8074" actId="478"/>
          <ac:spMkLst>
            <pc:docMk/>
            <pc:sldMk cId="2909476743" sldId="284"/>
            <ac:spMk id="25" creationId="{7684434E-ED28-4FF4-9465-6943B0A634E0}"/>
          </ac:spMkLst>
        </pc:spChg>
        <pc:spChg chg="del">
          <ac:chgData name="김건백" userId="da0e1cd9-2c5e-4228-8907-facf07e1249b" providerId="ADAL" clId="{490768D9-CA23-40A9-900B-5BCA97CA1137}" dt="2026-08-07T02:33:46.904" v="8073" actId="478"/>
          <ac:spMkLst>
            <pc:docMk/>
            <pc:sldMk cId="2909476743" sldId="284"/>
            <ac:spMk id="26" creationId="{268E52A5-44DA-4819-9F6B-5AE6E76B2830}"/>
          </ac:spMkLst>
        </pc:spChg>
        <pc:spChg chg="del">
          <ac:chgData name="김건백" userId="da0e1cd9-2c5e-4228-8907-facf07e1249b" providerId="ADAL" clId="{490768D9-CA23-40A9-900B-5BCA97CA1137}" dt="2026-08-07T02:32:02.286" v="7767" actId="478"/>
          <ac:spMkLst>
            <pc:docMk/>
            <pc:sldMk cId="2909476743" sldId="284"/>
            <ac:spMk id="27" creationId="{14F5ACEE-BB17-4EF8-85F3-78F96F144DA1}"/>
          </ac:spMkLst>
        </pc:spChg>
        <pc:spChg chg="del">
          <ac:chgData name="김건백" userId="da0e1cd9-2c5e-4228-8907-facf07e1249b" providerId="ADAL" clId="{490768D9-CA23-40A9-900B-5BCA97CA1137}" dt="2026-08-07T02:32:02.286" v="7767" actId="478"/>
          <ac:spMkLst>
            <pc:docMk/>
            <pc:sldMk cId="2909476743" sldId="284"/>
            <ac:spMk id="28" creationId="{13853E54-47FB-467F-8510-A16BC6B11DE2}"/>
          </ac:spMkLst>
        </pc:spChg>
        <pc:graphicFrameChg chg="add mod modGraphic">
          <ac:chgData name="김건백" userId="da0e1cd9-2c5e-4228-8907-facf07e1249b" providerId="ADAL" clId="{490768D9-CA23-40A9-900B-5BCA97CA1137}" dt="2026-08-07T02:41:12.948" v="8242" actId="6549"/>
          <ac:graphicFrameMkLst>
            <pc:docMk/>
            <pc:sldMk cId="2909476743" sldId="284"/>
            <ac:graphicFrameMk id="3" creationId="{E6A85E36-85E4-49C9-AF54-146E663C797D}"/>
          </ac:graphicFrameMkLst>
        </pc:graphicFrameChg>
        <pc:cxnChg chg="del">
          <ac:chgData name="김건백" userId="da0e1cd9-2c5e-4228-8907-facf07e1249b" providerId="ADAL" clId="{490768D9-CA23-40A9-900B-5BCA97CA1137}" dt="2026-08-07T02:27:49.072" v="7326" actId="478"/>
          <ac:cxnSpMkLst>
            <pc:docMk/>
            <pc:sldMk cId="2909476743" sldId="284"/>
            <ac:cxnSpMk id="21" creationId="{0559F37D-E573-4B02-A0DF-DEB2847711D2}"/>
          </ac:cxnSpMkLst>
        </pc:cxnChg>
        <pc:cxnChg chg="del">
          <ac:chgData name="김건백" userId="da0e1cd9-2c5e-4228-8907-facf07e1249b" providerId="ADAL" clId="{490768D9-CA23-40A9-900B-5BCA97CA1137}" dt="2026-08-07T02:27:49.072" v="7326" actId="478"/>
          <ac:cxnSpMkLst>
            <pc:docMk/>
            <pc:sldMk cId="2909476743" sldId="284"/>
            <ac:cxnSpMk id="22" creationId="{9986C148-7549-4FA5-9544-15FCBACFF3AF}"/>
          </ac:cxnSpMkLst>
        </pc:cxnChg>
      </pc:sldChg>
      <pc:sldChg chg="addSp delSp modSp add">
        <pc:chgData name="김건백" userId="da0e1cd9-2c5e-4228-8907-facf07e1249b" providerId="ADAL" clId="{490768D9-CA23-40A9-900B-5BCA97CA1137}" dt="2026-08-07T02:54:09.235" v="9014" actId="113"/>
        <pc:sldMkLst>
          <pc:docMk/>
          <pc:sldMk cId="90098213" sldId="285"/>
        </pc:sldMkLst>
        <pc:spChg chg="add mod">
          <ac:chgData name="김건백" userId="da0e1cd9-2c5e-4228-8907-facf07e1249b" providerId="ADAL" clId="{490768D9-CA23-40A9-900B-5BCA97CA1137}" dt="2026-08-07T02:54:09.235" v="9014" actId="113"/>
          <ac:spMkLst>
            <pc:docMk/>
            <pc:sldMk cId="90098213" sldId="285"/>
            <ac:spMk id="3" creationId="{30B64C95-72B1-4199-A7CE-61B75505B735}"/>
          </ac:spMkLst>
        </pc:spChg>
        <pc:spChg chg="add mod">
          <ac:chgData name="김건백" userId="da0e1cd9-2c5e-4228-8907-facf07e1249b" providerId="ADAL" clId="{490768D9-CA23-40A9-900B-5BCA97CA1137}" dt="2026-08-07T02:53:46.687" v="9008" actId="14100"/>
          <ac:spMkLst>
            <pc:docMk/>
            <pc:sldMk cId="90098213" sldId="285"/>
            <ac:spMk id="17" creationId="{C0209FD8-41A6-47A0-9329-E0482BAA2F2E}"/>
          </ac:spMkLst>
        </pc:spChg>
        <pc:spChg chg="mod">
          <ac:chgData name="김건백" userId="da0e1cd9-2c5e-4228-8907-facf07e1249b" providerId="ADAL" clId="{490768D9-CA23-40A9-900B-5BCA97CA1137}" dt="2026-08-07T02:49:32.592" v="8767" actId="1076"/>
          <ac:spMkLst>
            <pc:docMk/>
            <pc:sldMk cId="90098213" sldId="285"/>
            <ac:spMk id="18" creationId="{392C64B3-9276-4361-AC54-145086A4893F}"/>
          </ac:spMkLst>
        </pc:spChg>
        <pc:spChg chg="add mod">
          <ac:chgData name="김건백" userId="da0e1cd9-2c5e-4228-8907-facf07e1249b" providerId="ADAL" clId="{490768D9-CA23-40A9-900B-5BCA97CA1137}" dt="2026-08-07T02:51:05.478" v="8778" actId="571"/>
          <ac:spMkLst>
            <pc:docMk/>
            <pc:sldMk cId="90098213" sldId="285"/>
            <ac:spMk id="19" creationId="{4ACCA9C7-A4E8-4445-9D61-CC262CCCCEA8}"/>
          </ac:spMkLst>
        </pc:spChg>
        <pc:spChg chg="add mod">
          <ac:chgData name="김건백" userId="da0e1cd9-2c5e-4228-8907-facf07e1249b" providerId="ADAL" clId="{490768D9-CA23-40A9-900B-5BCA97CA1137}" dt="2026-08-07T02:51:05.478" v="8778" actId="571"/>
          <ac:spMkLst>
            <pc:docMk/>
            <pc:sldMk cId="90098213" sldId="285"/>
            <ac:spMk id="20" creationId="{D4E6092F-E31E-4489-9EDF-9954B301DC43}"/>
          </ac:spMkLst>
        </pc:spChg>
        <pc:spChg chg="add mod">
          <ac:chgData name="김건백" userId="da0e1cd9-2c5e-4228-8907-facf07e1249b" providerId="ADAL" clId="{490768D9-CA23-40A9-900B-5BCA97CA1137}" dt="2026-08-07T02:52:08.893" v="8992" actId="1076"/>
          <ac:spMkLst>
            <pc:docMk/>
            <pc:sldMk cId="90098213" sldId="285"/>
            <ac:spMk id="21" creationId="{84EA7E26-9BCC-478C-AD9B-AC3C82B504A4}"/>
          </ac:spMkLst>
        </pc:spChg>
        <pc:spChg chg="del">
          <ac:chgData name="김건백" userId="da0e1cd9-2c5e-4228-8907-facf07e1249b" providerId="ADAL" clId="{490768D9-CA23-40A9-900B-5BCA97CA1137}" dt="2026-08-07T02:44:19.469" v="8278" actId="478"/>
          <ac:spMkLst>
            <pc:docMk/>
            <pc:sldMk cId="90098213" sldId="285"/>
            <ac:spMk id="25" creationId="{0DB87F03-03E7-4E13-9358-FED4288EC182}"/>
          </ac:spMkLst>
        </pc:spChg>
        <pc:spChg chg="del">
          <ac:chgData name="김건백" userId="da0e1cd9-2c5e-4228-8907-facf07e1249b" providerId="ADAL" clId="{490768D9-CA23-40A9-900B-5BCA97CA1137}" dt="2026-08-07T02:44:19.469" v="8278" actId="478"/>
          <ac:spMkLst>
            <pc:docMk/>
            <pc:sldMk cId="90098213" sldId="285"/>
            <ac:spMk id="28" creationId="{8D7225FB-908E-45F5-9947-9C568008DC84}"/>
          </ac:spMkLst>
        </pc:spChg>
        <pc:spChg chg="del">
          <ac:chgData name="김건백" userId="da0e1cd9-2c5e-4228-8907-facf07e1249b" providerId="ADAL" clId="{490768D9-CA23-40A9-900B-5BCA97CA1137}" dt="2026-08-07T02:44:19.469" v="8278" actId="478"/>
          <ac:spMkLst>
            <pc:docMk/>
            <pc:sldMk cId="90098213" sldId="285"/>
            <ac:spMk id="29" creationId="{6713C9FB-C8BB-427B-BBC2-0DC906076DC5}"/>
          </ac:spMkLst>
        </pc:spChg>
        <pc:spChg chg="del">
          <ac:chgData name="김건백" userId="da0e1cd9-2c5e-4228-8907-facf07e1249b" providerId="ADAL" clId="{490768D9-CA23-40A9-900B-5BCA97CA1137}" dt="2026-08-07T02:44:19.469" v="8278" actId="478"/>
          <ac:spMkLst>
            <pc:docMk/>
            <pc:sldMk cId="90098213" sldId="285"/>
            <ac:spMk id="40" creationId="{5ECB3ED4-7BFC-4957-9B92-AA299F0E2013}"/>
          </ac:spMkLst>
        </pc:spChg>
        <pc:spChg chg="del">
          <ac:chgData name="김건백" userId="da0e1cd9-2c5e-4228-8907-facf07e1249b" providerId="ADAL" clId="{490768D9-CA23-40A9-900B-5BCA97CA1137}" dt="2026-08-07T02:44:19.469" v="8278" actId="478"/>
          <ac:spMkLst>
            <pc:docMk/>
            <pc:sldMk cId="90098213" sldId="285"/>
            <ac:spMk id="46" creationId="{3EAB2F98-E106-44AC-9CAE-9D382E880538}"/>
          </ac:spMkLst>
        </pc:spChg>
        <pc:graphicFrameChg chg="mod">
          <ac:chgData name="김건백" userId="da0e1cd9-2c5e-4228-8907-facf07e1249b" providerId="ADAL" clId="{490768D9-CA23-40A9-900B-5BCA97CA1137}" dt="2026-08-07T02:53:33.583" v="9005" actId="20577"/>
          <ac:graphicFrameMkLst>
            <pc:docMk/>
            <pc:sldMk cId="90098213" sldId="285"/>
            <ac:graphicFrameMk id="4" creationId="{455A4269-B73E-4E68-90AE-257E8C6F6BDD}"/>
          </ac:graphicFrameMkLst>
        </pc:graphicFrame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15" creationId="{49689288-BBA5-4CF9-A219-7AD0F1ABCEE6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22" creationId="{697FD14E-D194-4F76-A060-FA86E215E313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27" creationId="{9ED631DF-B15B-41BC-AE64-21BDD645E6BA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34" creationId="{0D437D3E-D0D9-4FB7-A455-21BF3271C180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35" creationId="{6103D392-4F41-4F48-AB0F-F4EBFD2A3097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41" creationId="{20E9AAAC-2BF9-47B7-A817-BFB4109B2DE0}"/>
          </ac:cxnSpMkLst>
        </pc:cxnChg>
        <pc:cxnChg chg="del">
          <ac:chgData name="김건백" userId="da0e1cd9-2c5e-4228-8907-facf07e1249b" providerId="ADAL" clId="{490768D9-CA23-40A9-900B-5BCA97CA1137}" dt="2026-08-07T02:44:19.469" v="8278" actId="478"/>
          <ac:cxnSpMkLst>
            <pc:docMk/>
            <pc:sldMk cId="90098213" sldId="285"/>
            <ac:cxnSpMk id="44" creationId="{8A1C16F5-8435-40E5-9397-6E0498AF6024}"/>
          </ac:cxnSpMkLst>
        </pc:cxnChg>
      </pc:sldChg>
      <pc:sldChg chg="addSp delSp modSp add">
        <pc:chgData name="김건백" userId="da0e1cd9-2c5e-4228-8907-facf07e1249b" providerId="ADAL" clId="{490768D9-CA23-40A9-900B-5BCA97CA1137}" dt="2026-08-11T01:06:59.383" v="10594" actId="20577"/>
        <pc:sldMkLst>
          <pc:docMk/>
          <pc:sldMk cId="2438931799" sldId="286"/>
        </pc:sldMkLst>
        <pc:spChg chg="mod">
          <ac:chgData name="김건백" userId="da0e1cd9-2c5e-4228-8907-facf07e1249b" providerId="ADAL" clId="{490768D9-CA23-40A9-900B-5BCA97CA1137}" dt="2026-08-07T03:11:48.765" v="9544" actId="1076"/>
          <ac:spMkLst>
            <pc:docMk/>
            <pc:sldMk cId="2438931799" sldId="286"/>
            <ac:spMk id="2" creationId="{AE79BBB1-BF14-4E1A-BD96-E76EC4C3E330}"/>
          </ac:spMkLst>
        </pc:spChg>
        <pc:spChg chg="mod">
          <ac:chgData name="김건백" userId="da0e1cd9-2c5e-4228-8907-facf07e1249b" providerId="ADAL" clId="{490768D9-CA23-40A9-900B-5BCA97CA1137}" dt="2026-08-07T03:11:19.516" v="9513" actId="14100"/>
          <ac:spMkLst>
            <pc:docMk/>
            <pc:sldMk cId="2438931799" sldId="286"/>
            <ac:spMk id="6" creationId="{462300BC-E959-42E3-85E6-597CFDB065F2}"/>
          </ac:spMkLst>
        </pc:spChg>
        <pc:spChg chg="del">
          <ac:chgData name="김건백" userId="da0e1cd9-2c5e-4228-8907-facf07e1249b" providerId="ADAL" clId="{490768D9-CA23-40A9-900B-5BCA97CA1137}" dt="2026-08-07T03:11:26.664" v="9514" actId="478"/>
          <ac:spMkLst>
            <pc:docMk/>
            <pc:sldMk cId="2438931799" sldId="286"/>
            <ac:spMk id="7" creationId="{7947AD01-D3A4-410B-9943-325110A264CC}"/>
          </ac:spMkLst>
        </pc:spChg>
        <pc:spChg chg="add del mod">
          <ac:chgData name="김건백" userId="da0e1cd9-2c5e-4228-8907-facf07e1249b" providerId="ADAL" clId="{490768D9-CA23-40A9-900B-5BCA97CA1137}" dt="2026-08-07T03:08:07.737" v="9452"/>
          <ac:spMkLst>
            <pc:docMk/>
            <pc:sldMk cId="2438931799" sldId="286"/>
            <ac:spMk id="8" creationId="{CBD29A2E-1BB5-46B2-BF09-DE998F264EB7}"/>
          </ac:spMkLst>
        </pc:spChg>
        <pc:spChg chg="add mod">
          <ac:chgData name="김건백" userId="da0e1cd9-2c5e-4228-8907-facf07e1249b" providerId="ADAL" clId="{490768D9-CA23-40A9-900B-5BCA97CA1137}" dt="2026-08-11T01:06:59.383" v="10594" actId="20577"/>
          <ac:spMkLst>
            <pc:docMk/>
            <pc:sldMk cId="2438931799" sldId="286"/>
            <ac:spMk id="9" creationId="{B10DBB1D-C7CF-40A8-9667-8CFF4E540CC4}"/>
          </ac:spMkLst>
        </pc:spChg>
        <pc:spChg chg="add mod">
          <ac:chgData name="김건백" userId="da0e1cd9-2c5e-4228-8907-facf07e1249b" providerId="ADAL" clId="{490768D9-CA23-40A9-900B-5BCA97CA1137}" dt="2026-08-10T23:41:00.713" v="10263" actId="368"/>
          <ac:spMkLst>
            <pc:docMk/>
            <pc:sldMk cId="2438931799" sldId="286"/>
            <ac:spMk id="10" creationId="{65D13E47-1826-45EE-8216-60D296CA4395}"/>
          </ac:spMkLst>
        </pc:spChg>
        <pc:spChg chg="add del">
          <ac:chgData name="김건백" userId="da0e1cd9-2c5e-4228-8907-facf07e1249b" providerId="ADAL" clId="{490768D9-CA23-40A9-900B-5BCA97CA1137}" dt="2026-08-07T03:21:20.909" v="9793" actId="478"/>
          <ac:spMkLst>
            <pc:docMk/>
            <pc:sldMk cId="2438931799" sldId="286"/>
            <ac:spMk id="11" creationId="{52264154-6348-4BB9-92E5-2A2ABA267C69}"/>
          </ac:spMkLst>
        </pc:spChg>
        <pc:spChg chg="add del">
          <ac:chgData name="김건백" userId="da0e1cd9-2c5e-4228-8907-facf07e1249b" providerId="ADAL" clId="{490768D9-CA23-40A9-900B-5BCA97CA1137}" dt="2026-08-07T03:21:20.909" v="9793" actId="478"/>
          <ac:spMkLst>
            <pc:docMk/>
            <pc:sldMk cId="2438931799" sldId="286"/>
            <ac:spMk id="12" creationId="{1A522B4F-E103-4C5F-826E-C298E00E4949}"/>
          </ac:spMkLst>
        </pc:spChg>
        <pc:spChg chg="add mod">
          <ac:chgData name="김건백" userId="da0e1cd9-2c5e-4228-8907-facf07e1249b" providerId="ADAL" clId="{490768D9-CA23-40A9-900B-5BCA97CA1137}" dt="2026-08-07T03:23:09.590" v="9900" actId="1076"/>
          <ac:spMkLst>
            <pc:docMk/>
            <pc:sldMk cId="2438931799" sldId="286"/>
            <ac:spMk id="13" creationId="{265AF799-D6D4-4A99-9DE4-EE3709E0C03B}"/>
          </ac:spMkLst>
        </pc:spChg>
        <pc:spChg chg="add del">
          <ac:chgData name="김건백" userId="da0e1cd9-2c5e-4228-8907-facf07e1249b" providerId="ADAL" clId="{490768D9-CA23-40A9-900B-5BCA97CA1137}" dt="2026-08-07T03:21:20.909" v="9793" actId="478"/>
          <ac:spMkLst>
            <pc:docMk/>
            <pc:sldMk cId="2438931799" sldId="286"/>
            <ac:spMk id="14" creationId="{308365DE-DDA9-4E09-A218-29B040631925}"/>
          </ac:spMkLst>
        </pc:spChg>
        <pc:spChg chg="add del">
          <ac:chgData name="김건백" userId="da0e1cd9-2c5e-4228-8907-facf07e1249b" providerId="ADAL" clId="{490768D9-CA23-40A9-900B-5BCA97CA1137}" dt="2026-08-07T03:21:20.909" v="9793" actId="478"/>
          <ac:spMkLst>
            <pc:docMk/>
            <pc:sldMk cId="2438931799" sldId="286"/>
            <ac:spMk id="15" creationId="{F0075D94-66A2-49AA-9303-05596A3C360A}"/>
          </ac:spMkLst>
        </pc:spChg>
        <pc:spChg chg="add mod">
          <ac:chgData name="김건백" userId="da0e1cd9-2c5e-4228-8907-facf07e1249b" providerId="ADAL" clId="{490768D9-CA23-40A9-900B-5BCA97CA1137}" dt="2026-08-07T03:23:09.590" v="9900" actId="1076"/>
          <ac:spMkLst>
            <pc:docMk/>
            <pc:sldMk cId="2438931799" sldId="286"/>
            <ac:spMk id="16" creationId="{FA54BDBD-911D-4ADB-88AB-7CB50BB48490}"/>
          </ac:spMkLst>
        </pc:spChg>
        <pc:spChg chg="add mod">
          <ac:chgData name="김건백" userId="da0e1cd9-2c5e-4228-8907-facf07e1249b" providerId="ADAL" clId="{490768D9-CA23-40A9-900B-5BCA97CA1137}" dt="2026-08-10T23:41:07.623" v="10266" actId="20577"/>
          <ac:spMkLst>
            <pc:docMk/>
            <pc:sldMk cId="2438931799" sldId="286"/>
            <ac:spMk id="17" creationId="{44A965EA-3B5F-4200-908F-63B054BC7F55}"/>
          </ac:spMkLst>
        </pc:spChg>
        <pc:picChg chg="del">
          <ac:chgData name="김건백" userId="da0e1cd9-2c5e-4228-8907-facf07e1249b" providerId="ADAL" clId="{490768D9-CA23-40A9-900B-5BCA97CA1137}" dt="2026-08-07T03:06:49.511" v="9303" actId="478"/>
          <ac:picMkLst>
            <pc:docMk/>
            <pc:sldMk cId="2438931799" sldId="286"/>
            <ac:picMk id="5" creationId="{0BE66B9F-EC01-46DE-86CA-D64ED1E05DCD}"/>
          </ac:picMkLst>
        </pc:picChg>
      </pc:sldChg>
      <pc:sldChg chg="addSp delSp modSp add">
        <pc:chgData name="김건백" userId="da0e1cd9-2c5e-4228-8907-facf07e1249b" providerId="ADAL" clId="{490768D9-CA23-40A9-900B-5BCA97CA1137}" dt="2026-08-10T23:38:55.393" v="10248" actId="1076"/>
        <pc:sldMkLst>
          <pc:docMk/>
          <pc:sldMk cId="1340013452" sldId="287"/>
        </pc:sldMkLst>
        <pc:spChg chg="del">
          <ac:chgData name="김건백" userId="da0e1cd9-2c5e-4228-8907-facf07e1249b" providerId="ADAL" clId="{490768D9-CA23-40A9-900B-5BCA97CA1137}" dt="2026-08-07T03:24:24.346" v="9921"/>
          <ac:spMkLst>
            <pc:docMk/>
            <pc:sldMk cId="1340013452" sldId="287"/>
            <ac:spMk id="2" creationId="{5F4E2BA1-D20F-494C-A856-B630D70B6343}"/>
          </ac:spMkLst>
        </pc:spChg>
        <pc:spChg chg="del mod">
          <ac:chgData name="김건백" userId="da0e1cd9-2c5e-4228-8907-facf07e1249b" providerId="ADAL" clId="{490768D9-CA23-40A9-900B-5BCA97CA1137}" dt="2026-08-10T23:37:12.933" v="10211" actId="478"/>
          <ac:spMkLst>
            <pc:docMk/>
            <pc:sldMk cId="1340013452" sldId="287"/>
            <ac:spMk id="3" creationId="{5040A768-1FFA-400D-9D8E-FE54606815DF}"/>
          </ac:spMkLst>
        </pc:spChg>
        <pc:spChg chg="add">
          <ac:chgData name="김건백" userId="da0e1cd9-2c5e-4228-8907-facf07e1249b" providerId="ADAL" clId="{490768D9-CA23-40A9-900B-5BCA97CA1137}" dt="2026-08-07T03:24:24.346" v="9921"/>
          <ac:spMkLst>
            <pc:docMk/>
            <pc:sldMk cId="1340013452" sldId="287"/>
            <ac:spMk id="4" creationId="{5336DDED-1584-4282-87B7-B8D534E74364}"/>
          </ac:spMkLst>
        </pc:spChg>
        <pc:spChg chg="add mod">
          <ac:chgData name="김건백" userId="da0e1cd9-2c5e-4228-8907-facf07e1249b" providerId="ADAL" clId="{490768D9-CA23-40A9-900B-5BCA97CA1137}" dt="2026-08-07T03:25:04.818" v="9953" actId="113"/>
          <ac:spMkLst>
            <pc:docMk/>
            <pc:sldMk cId="1340013452" sldId="287"/>
            <ac:spMk id="5" creationId="{AAAA9D51-EF22-4155-A794-8D0ACFD5625A}"/>
          </ac:spMkLst>
        </pc:spChg>
        <pc:spChg chg="add del mod">
          <ac:chgData name="김건백" userId="da0e1cd9-2c5e-4228-8907-facf07e1249b" providerId="ADAL" clId="{490768D9-CA23-40A9-900B-5BCA97CA1137}" dt="2026-08-10T23:38:15.755" v="10244" actId="478"/>
          <ac:spMkLst>
            <pc:docMk/>
            <pc:sldMk cId="1340013452" sldId="287"/>
            <ac:spMk id="6" creationId="{8A334430-C4CF-418B-BDC8-882F7539147C}"/>
          </ac:spMkLst>
        </pc:spChg>
        <pc:spChg chg="add del mod">
          <ac:chgData name="김건백" userId="da0e1cd9-2c5e-4228-8907-facf07e1249b" providerId="ADAL" clId="{490768D9-CA23-40A9-900B-5BCA97CA1137}" dt="2026-08-10T23:37:53.148" v="10229"/>
          <ac:spMkLst>
            <pc:docMk/>
            <pc:sldMk cId="1340013452" sldId="287"/>
            <ac:spMk id="7" creationId="{B3D421BD-95E9-4DD0-9C01-CBD5518274CE}"/>
          </ac:spMkLst>
        </pc:spChg>
        <pc:spChg chg="add del mod">
          <ac:chgData name="김건백" userId="da0e1cd9-2c5e-4228-8907-facf07e1249b" providerId="ADAL" clId="{490768D9-CA23-40A9-900B-5BCA97CA1137}" dt="2026-08-10T23:37:53.149" v="10231"/>
          <ac:spMkLst>
            <pc:docMk/>
            <pc:sldMk cId="1340013452" sldId="287"/>
            <ac:spMk id="8" creationId="{4BB5FD98-41FE-4442-AF2E-E8D7A42CEAE7}"/>
          </ac:spMkLst>
        </pc:spChg>
        <pc:spChg chg="add del mod">
          <ac:chgData name="김건백" userId="da0e1cd9-2c5e-4228-8907-facf07e1249b" providerId="ADAL" clId="{490768D9-CA23-40A9-900B-5BCA97CA1137}" dt="2026-08-10T23:37:15.616" v="10212" actId="478"/>
          <ac:spMkLst>
            <pc:docMk/>
            <pc:sldMk cId="1340013452" sldId="287"/>
            <ac:spMk id="10" creationId="{F073DCCC-E8BC-4EFD-A107-3676E9D33281}"/>
          </ac:spMkLst>
        </pc:spChg>
        <pc:spChg chg="del mod topLvl">
          <ac:chgData name="김건백" userId="da0e1cd9-2c5e-4228-8907-facf07e1249b" providerId="ADAL" clId="{490768D9-CA23-40A9-900B-5BCA97CA1137}" dt="2026-08-07T03:37:21.195" v="10126" actId="478"/>
          <ac:spMkLst>
            <pc:docMk/>
            <pc:sldMk cId="1340013452" sldId="287"/>
            <ac:spMk id="12" creationId="{E7017280-30C9-40B0-B3C1-0227F22FB737}"/>
          </ac:spMkLst>
        </pc:spChg>
        <pc:spChg chg="mod topLvl">
          <ac:chgData name="김건백" userId="da0e1cd9-2c5e-4228-8907-facf07e1249b" providerId="ADAL" clId="{490768D9-CA23-40A9-900B-5BCA97CA1137}" dt="2026-08-07T03:38:47.526" v="10141" actId="14100"/>
          <ac:spMkLst>
            <pc:docMk/>
            <pc:sldMk cId="1340013452" sldId="287"/>
            <ac:spMk id="13" creationId="{C55F48C8-848E-4D3E-A0C5-82468EC0F870}"/>
          </ac:spMkLst>
        </pc:spChg>
        <pc:spChg chg="mod ord topLvl">
          <ac:chgData name="김건백" userId="da0e1cd9-2c5e-4228-8907-facf07e1249b" providerId="ADAL" clId="{490768D9-CA23-40A9-900B-5BCA97CA1137}" dt="2026-08-07T03:38:33.095" v="10138" actId="208"/>
          <ac:spMkLst>
            <pc:docMk/>
            <pc:sldMk cId="1340013452" sldId="287"/>
            <ac:spMk id="14" creationId="{754D0CEA-F055-49B0-AC11-B4C4622CC0F0}"/>
          </ac:spMkLst>
        </pc:spChg>
        <pc:spChg chg="mod topLvl">
          <ac:chgData name="김건백" userId="da0e1cd9-2c5e-4228-8907-facf07e1249b" providerId="ADAL" clId="{490768D9-CA23-40A9-900B-5BCA97CA1137}" dt="2026-08-07T03:37:19.642" v="10125" actId="165"/>
          <ac:spMkLst>
            <pc:docMk/>
            <pc:sldMk cId="1340013452" sldId="287"/>
            <ac:spMk id="15" creationId="{D58E25DE-128F-470D-BB2C-EE2D28813F62}"/>
          </ac:spMkLst>
        </pc:spChg>
        <pc:spChg chg="mod topLvl">
          <ac:chgData name="김건백" userId="da0e1cd9-2c5e-4228-8907-facf07e1249b" providerId="ADAL" clId="{490768D9-CA23-40A9-900B-5BCA97CA1137}" dt="2026-08-07T03:37:19.642" v="10125" actId="165"/>
          <ac:spMkLst>
            <pc:docMk/>
            <pc:sldMk cId="1340013452" sldId="287"/>
            <ac:spMk id="16" creationId="{276B0B57-A512-44E5-92ED-9621B59AEAF3}"/>
          </ac:spMkLst>
        </pc:spChg>
        <pc:spChg chg="mod topLvl">
          <ac:chgData name="김건백" userId="da0e1cd9-2c5e-4228-8907-facf07e1249b" providerId="ADAL" clId="{490768D9-CA23-40A9-900B-5BCA97CA1137}" dt="2026-08-07T03:37:49.420" v="10132" actId="1076"/>
          <ac:spMkLst>
            <pc:docMk/>
            <pc:sldMk cId="1340013452" sldId="287"/>
            <ac:spMk id="17" creationId="{87E7EE25-E43E-4041-A801-2DA6873D3A04}"/>
          </ac:spMkLst>
        </pc:spChg>
        <pc:spChg chg="mod topLvl">
          <ac:chgData name="김건백" userId="da0e1cd9-2c5e-4228-8907-facf07e1249b" providerId="ADAL" clId="{490768D9-CA23-40A9-900B-5BCA97CA1137}" dt="2026-08-07T03:37:19.642" v="10125" actId="165"/>
          <ac:spMkLst>
            <pc:docMk/>
            <pc:sldMk cId="1340013452" sldId="287"/>
            <ac:spMk id="18" creationId="{106207C1-6565-4D03-BDAF-8545F6A913F3}"/>
          </ac:spMkLst>
        </pc:spChg>
        <pc:spChg chg="mod topLvl">
          <ac:chgData name="김건백" userId="da0e1cd9-2c5e-4228-8907-facf07e1249b" providerId="ADAL" clId="{490768D9-CA23-40A9-900B-5BCA97CA1137}" dt="2026-08-07T03:38:20.367" v="10136" actId="1582"/>
          <ac:spMkLst>
            <pc:docMk/>
            <pc:sldMk cId="1340013452" sldId="287"/>
            <ac:spMk id="19" creationId="{9AB01582-2C73-40F0-A5FA-FFEF36254D8B}"/>
          </ac:spMkLst>
        </pc:spChg>
        <pc:spChg chg="mod topLvl">
          <ac:chgData name="김건백" userId="da0e1cd9-2c5e-4228-8907-facf07e1249b" providerId="ADAL" clId="{490768D9-CA23-40A9-900B-5BCA97CA1137}" dt="2026-08-07T03:37:19.642" v="10125" actId="165"/>
          <ac:spMkLst>
            <pc:docMk/>
            <pc:sldMk cId="1340013452" sldId="287"/>
            <ac:spMk id="20" creationId="{58E291C8-DD30-4472-AE5C-D63ECE0DAAC2}"/>
          </ac:spMkLst>
        </pc:spChg>
        <pc:spChg chg="mod topLvl">
          <ac:chgData name="김건백" userId="da0e1cd9-2c5e-4228-8907-facf07e1249b" providerId="ADAL" clId="{490768D9-CA23-40A9-900B-5BCA97CA1137}" dt="2026-08-07T03:38:09.532" v="10135" actId="1582"/>
          <ac:spMkLst>
            <pc:docMk/>
            <pc:sldMk cId="1340013452" sldId="287"/>
            <ac:spMk id="21" creationId="{5CEE45C0-9E94-43F7-A1F3-7692D4625A51}"/>
          </ac:spMkLst>
        </pc:spChg>
        <pc:spChg chg="add mod">
          <ac:chgData name="김건백" userId="da0e1cd9-2c5e-4228-8907-facf07e1249b" providerId="ADAL" clId="{490768D9-CA23-40A9-900B-5BCA97CA1137}" dt="2026-08-07T03:39:48.307" v="10163" actId="1076"/>
          <ac:spMkLst>
            <pc:docMk/>
            <pc:sldMk cId="1340013452" sldId="287"/>
            <ac:spMk id="22" creationId="{F841E899-F1B5-4EAA-BA9D-14FC0F854C16}"/>
          </ac:spMkLst>
        </pc:spChg>
        <pc:spChg chg="add mod">
          <ac:chgData name="김건백" userId="da0e1cd9-2c5e-4228-8907-facf07e1249b" providerId="ADAL" clId="{490768D9-CA23-40A9-900B-5BCA97CA1137}" dt="2026-08-07T03:39:39.104" v="10162" actId="1076"/>
          <ac:spMkLst>
            <pc:docMk/>
            <pc:sldMk cId="1340013452" sldId="287"/>
            <ac:spMk id="23" creationId="{EE531E71-70C6-41E3-B77D-46B8D18444E9}"/>
          </ac:spMkLst>
        </pc:spChg>
        <pc:spChg chg="add mod">
          <ac:chgData name="김건백" userId="da0e1cd9-2c5e-4228-8907-facf07e1249b" providerId="ADAL" clId="{490768D9-CA23-40A9-900B-5BCA97CA1137}" dt="2026-08-07T03:40:17.698" v="10174" actId="1076"/>
          <ac:spMkLst>
            <pc:docMk/>
            <pc:sldMk cId="1340013452" sldId="287"/>
            <ac:spMk id="24" creationId="{E46FA052-918B-49C7-B579-2F15698435F2}"/>
          </ac:spMkLst>
        </pc:spChg>
        <pc:spChg chg="add del mod">
          <ac:chgData name="김건백" userId="da0e1cd9-2c5e-4228-8907-facf07e1249b" providerId="ADAL" clId="{490768D9-CA23-40A9-900B-5BCA97CA1137}" dt="2026-08-07T03:40:09.157" v="10169" actId="478"/>
          <ac:spMkLst>
            <pc:docMk/>
            <pc:sldMk cId="1340013452" sldId="287"/>
            <ac:spMk id="25" creationId="{69F517C6-9A9B-4D78-B429-369AF9C43743}"/>
          </ac:spMkLst>
        </pc:spChg>
        <pc:spChg chg="add mod">
          <ac:chgData name="김건백" userId="da0e1cd9-2c5e-4228-8907-facf07e1249b" providerId="ADAL" clId="{490768D9-CA23-40A9-900B-5BCA97CA1137}" dt="2026-08-07T03:40:21.796" v="10175" actId="571"/>
          <ac:spMkLst>
            <pc:docMk/>
            <pc:sldMk cId="1340013452" sldId="287"/>
            <ac:spMk id="26" creationId="{015364A0-704E-4E4C-93F7-0629529174C7}"/>
          </ac:spMkLst>
        </pc:spChg>
        <pc:spChg chg="add mod">
          <ac:chgData name="김건백" userId="da0e1cd9-2c5e-4228-8907-facf07e1249b" providerId="ADAL" clId="{490768D9-CA23-40A9-900B-5BCA97CA1137}" dt="2026-08-07T03:40:26.567" v="10176" actId="571"/>
          <ac:spMkLst>
            <pc:docMk/>
            <pc:sldMk cId="1340013452" sldId="287"/>
            <ac:spMk id="27" creationId="{A9083346-C90F-475B-A5C4-C38E41BBAC91}"/>
          </ac:spMkLst>
        </pc:spChg>
        <pc:grpChg chg="del mod">
          <ac:chgData name="김건백" userId="da0e1cd9-2c5e-4228-8907-facf07e1249b" providerId="ADAL" clId="{490768D9-CA23-40A9-900B-5BCA97CA1137}" dt="2026-08-07T03:37:19.642" v="10125" actId="165"/>
          <ac:grpSpMkLst>
            <pc:docMk/>
            <pc:sldMk cId="1340013452" sldId="287"/>
            <ac:grpSpMk id="11" creationId="{09C86CA9-07D7-459E-81B7-1F862BC02A54}"/>
          </ac:grpSpMkLst>
        </pc:grpChg>
        <pc:graphicFrameChg chg="add mod ord modGraphic">
          <ac:chgData name="김건백" userId="da0e1cd9-2c5e-4228-8907-facf07e1249b" providerId="ADAL" clId="{490768D9-CA23-40A9-900B-5BCA97CA1137}" dt="2026-08-10T23:38:55.393" v="10248" actId="1076"/>
          <ac:graphicFrameMkLst>
            <pc:docMk/>
            <pc:sldMk cId="1340013452" sldId="287"/>
            <ac:graphicFrameMk id="2" creationId="{D2D6C32D-5229-40CF-8C0A-5A9DB6FE6831}"/>
          </ac:graphicFrameMkLst>
        </pc:graphicFrameChg>
        <pc:picChg chg="add del mod">
          <ac:chgData name="김건백" userId="da0e1cd9-2c5e-4228-8907-facf07e1249b" providerId="ADAL" clId="{490768D9-CA23-40A9-900B-5BCA97CA1137}" dt="2026-08-07T03:37:12.812" v="10124" actId="27803"/>
          <ac:picMkLst>
            <pc:docMk/>
            <pc:sldMk cId="1340013452" sldId="287"/>
            <ac:picMk id="10" creationId="{09C86CA9-07D7-459E-81B7-1F862BC02A54}"/>
          </ac:picMkLst>
        </pc:picChg>
        <pc:cxnChg chg="add del mod">
          <ac:chgData name="김건백" userId="da0e1cd9-2c5e-4228-8907-facf07e1249b" providerId="ADAL" clId="{490768D9-CA23-40A9-900B-5BCA97CA1137}" dt="2026-08-07T03:37:08.698" v="10122" actId="478"/>
          <ac:cxnSpMkLst>
            <pc:docMk/>
            <pc:sldMk cId="1340013452" sldId="287"/>
            <ac:cxnSpMk id="8" creationId="{E1C88144-67F5-486C-B42F-A89DE89B3D01}"/>
          </ac:cxnSpMkLst>
        </pc:cxnChg>
      </pc:sldChg>
      <pc:sldChg chg="addSp delSp modSp add modNotesTx">
        <pc:chgData name="김건백" userId="da0e1cd9-2c5e-4228-8907-facf07e1249b" providerId="ADAL" clId="{490768D9-CA23-40A9-900B-5BCA97CA1137}" dt="2026-08-11T01:20:54.840" v="10816" actId="20577"/>
        <pc:sldMkLst>
          <pc:docMk/>
          <pc:sldMk cId="2635327243" sldId="288"/>
        </pc:sldMkLst>
        <pc:spChg chg="mod">
          <ac:chgData name="김건백" userId="da0e1cd9-2c5e-4228-8907-facf07e1249b" providerId="ADAL" clId="{490768D9-CA23-40A9-900B-5BCA97CA1137}" dt="2026-08-11T00:01:27.490" v="10316"/>
          <ac:spMkLst>
            <pc:docMk/>
            <pc:sldMk cId="2635327243" sldId="288"/>
            <ac:spMk id="2" creationId="{653B49F8-2004-43C0-9C32-A2FD21657520}"/>
          </ac:spMkLst>
        </pc:spChg>
        <pc:spChg chg="del">
          <ac:chgData name="김건백" userId="da0e1cd9-2c5e-4228-8907-facf07e1249b" providerId="ADAL" clId="{490768D9-CA23-40A9-900B-5BCA97CA1137}" dt="2026-08-11T01:02:34.173" v="10415" actId="478"/>
          <ac:spMkLst>
            <pc:docMk/>
            <pc:sldMk cId="2635327243" sldId="288"/>
            <ac:spMk id="3" creationId="{9C8AA7BE-E9A4-4457-B109-6C6D9AB2C8AD}"/>
          </ac:spMkLst>
        </pc:spChg>
        <pc:spChg chg="add mod">
          <ac:chgData name="김건백" userId="da0e1cd9-2c5e-4228-8907-facf07e1249b" providerId="ADAL" clId="{490768D9-CA23-40A9-900B-5BCA97CA1137}" dt="2026-08-11T01:19:23.303" v="10733" actId="14100"/>
          <ac:spMkLst>
            <pc:docMk/>
            <pc:sldMk cId="2635327243" sldId="288"/>
            <ac:spMk id="4" creationId="{5148E1EC-9869-4358-82E8-92DA200D8557}"/>
          </ac:spMkLst>
        </pc:spChg>
        <pc:spChg chg="add mod">
          <ac:chgData name="김건백" userId="da0e1cd9-2c5e-4228-8907-facf07e1249b" providerId="ADAL" clId="{490768D9-CA23-40A9-900B-5BCA97CA1137}" dt="2026-08-11T01:20:37.357" v="10770" actId="1076"/>
          <ac:spMkLst>
            <pc:docMk/>
            <pc:sldMk cId="2635327243" sldId="288"/>
            <ac:spMk id="5" creationId="{ECA93364-4AFF-4748-BD64-ADB4316162B7}"/>
          </ac:spMkLst>
        </pc:spChg>
        <pc:spChg chg="add mod">
          <ac:chgData name="김건백" userId="da0e1cd9-2c5e-4228-8907-facf07e1249b" providerId="ADAL" clId="{490768D9-CA23-40A9-900B-5BCA97CA1137}" dt="2026-08-11T01:20:37.357" v="10770" actId="1076"/>
          <ac:spMkLst>
            <pc:docMk/>
            <pc:sldMk cId="2635327243" sldId="288"/>
            <ac:spMk id="6" creationId="{278A8E8F-36C5-4742-B2F5-3B441B474FAD}"/>
          </ac:spMkLst>
        </pc:spChg>
        <pc:spChg chg="add mod">
          <ac:chgData name="김건백" userId="da0e1cd9-2c5e-4228-8907-facf07e1249b" providerId="ADAL" clId="{490768D9-CA23-40A9-900B-5BCA97CA1137}" dt="2026-08-11T01:20:37.357" v="10770" actId="1076"/>
          <ac:spMkLst>
            <pc:docMk/>
            <pc:sldMk cId="2635327243" sldId="288"/>
            <ac:spMk id="7" creationId="{84B39B5E-7843-4763-B4D2-010AC048E8A3}"/>
          </ac:spMkLst>
        </pc:spChg>
        <pc:spChg chg="add mod">
          <ac:chgData name="김건백" userId="da0e1cd9-2c5e-4228-8907-facf07e1249b" providerId="ADAL" clId="{490768D9-CA23-40A9-900B-5BCA97CA1137}" dt="2026-08-11T01:20:37.357" v="10770" actId="1076"/>
          <ac:spMkLst>
            <pc:docMk/>
            <pc:sldMk cId="2635327243" sldId="288"/>
            <ac:spMk id="8" creationId="{BA2AD3F9-669B-4415-B538-0F0D601CA75F}"/>
          </ac:spMkLst>
        </pc:spChg>
      </pc:sldChg>
      <pc:sldChg chg="addSp delSp modSp add">
        <pc:chgData name="김건백" userId="da0e1cd9-2c5e-4228-8907-facf07e1249b" providerId="ADAL" clId="{490768D9-CA23-40A9-900B-5BCA97CA1137}" dt="2026-08-11T01:32:40.111" v="11076" actId="20577"/>
        <pc:sldMkLst>
          <pc:docMk/>
          <pc:sldMk cId="1194606502" sldId="290"/>
        </pc:sldMkLst>
        <pc:spChg chg="mod">
          <ac:chgData name="김건백" userId="da0e1cd9-2c5e-4228-8907-facf07e1249b" providerId="ADAL" clId="{490768D9-CA23-40A9-900B-5BCA97CA1137}" dt="2026-08-11T01:32:40.111" v="11076" actId="20577"/>
          <ac:spMkLst>
            <pc:docMk/>
            <pc:sldMk cId="1194606502" sldId="290"/>
            <ac:spMk id="5" creationId="{ECA93364-4AFF-4748-BD64-ADB4316162B7}"/>
          </ac:spMkLst>
        </pc:spChg>
        <pc:spChg chg="del">
          <ac:chgData name="김건백" userId="da0e1cd9-2c5e-4228-8907-facf07e1249b" providerId="ADAL" clId="{490768D9-CA23-40A9-900B-5BCA97CA1137}" dt="2026-08-11T01:23:56.435" v="10820" actId="478"/>
          <ac:spMkLst>
            <pc:docMk/>
            <pc:sldMk cId="1194606502" sldId="290"/>
            <ac:spMk id="6" creationId="{278A8E8F-36C5-4742-B2F5-3B441B474FAD}"/>
          </ac:spMkLst>
        </pc:spChg>
        <pc:spChg chg="del">
          <ac:chgData name="김건백" userId="da0e1cd9-2c5e-4228-8907-facf07e1249b" providerId="ADAL" clId="{490768D9-CA23-40A9-900B-5BCA97CA1137}" dt="2026-08-11T01:23:56.435" v="10820" actId="478"/>
          <ac:spMkLst>
            <pc:docMk/>
            <pc:sldMk cId="1194606502" sldId="290"/>
            <ac:spMk id="7" creationId="{84B39B5E-7843-4763-B4D2-010AC048E8A3}"/>
          </ac:spMkLst>
        </pc:spChg>
        <pc:spChg chg="del">
          <ac:chgData name="김건백" userId="da0e1cd9-2c5e-4228-8907-facf07e1249b" providerId="ADAL" clId="{490768D9-CA23-40A9-900B-5BCA97CA1137}" dt="2026-08-11T01:23:56.435" v="10820" actId="478"/>
          <ac:spMkLst>
            <pc:docMk/>
            <pc:sldMk cId="1194606502" sldId="290"/>
            <ac:spMk id="8" creationId="{BA2AD3F9-669B-4415-B538-0F0D601CA75F}"/>
          </ac:spMkLst>
        </pc:spChg>
        <pc:spChg chg="add del mod">
          <ac:chgData name="김건백" userId="da0e1cd9-2c5e-4228-8907-facf07e1249b" providerId="ADAL" clId="{490768D9-CA23-40A9-900B-5BCA97CA1137}" dt="2026-08-11T01:29:41.839" v="10990" actId="478"/>
          <ac:spMkLst>
            <pc:docMk/>
            <pc:sldMk cId="1194606502" sldId="290"/>
            <ac:spMk id="9" creationId="{C8BBD3F0-0E82-42B8-AB6A-DC233D96E4A3}"/>
          </ac:spMkLst>
        </pc:spChg>
        <pc:spChg chg="add mod">
          <ac:chgData name="김건백" userId="da0e1cd9-2c5e-4228-8907-facf07e1249b" providerId="ADAL" clId="{490768D9-CA23-40A9-900B-5BCA97CA1137}" dt="2026-08-11T01:31:57.785" v="11064" actId="14100"/>
          <ac:spMkLst>
            <pc:docMk/>
            <pc:sldMk cId="1194606502" sldId="290"/>
            <ac:spMk id="10" creationId="{A80DF895-A9FB-43CC-9279-CB1389E74207}"/>
          </ac:spMkLst>
        </pc:spChg>
        <pc:cxnChg chg="add mod">
          <ac:chgData name="김건백" userId="da0e1cd9-2c5e-4228-8907-facf07e1249b" providerId="ADAL" clId="{490768D9-CA23-40A9-900B-5BCA97CA1137}" dt="2026-08-11T01:32:13.032" v="11068" actId="14100"/>
          <ac:cxnSpMkLst>
            <pc:docMk/>
            <pc:sldMk cId="1194606502" sldId="290"/>
            <ac:cxnSpMk id="11" creationId="{96E409BC-BD7F-4C74-B71A-DD06D2334471}"/>
          </ac:cxnSpMkLst>
        </pc:cxnChg>
        <pc:cxnChg chg="add mod">
          <ac:chgData name="김건백" userId="da0e1cd9-2c5e-4228-8907-facf07e1249b" providerId="ADAL" clId="{490768D9-CA23-40A9-900B-5BCA97CA1137}" dt="2026-08-11T01:32:14.929" v="11069" actId="571"/>
          <ac:cxnSpMkLst>
            <pc:docMk/>
            <pc:sldMk cId="1194606502" sldId="290"/>
            <ac:cxnSpMk id="13" creationId="{CD7EC712-DA2A-465E-9248-23AFBEE096D9}"/>
          </ac:cxnSpMkLst>
        </pc:cxnChg>
        <pc:cxnChg chg="add mod">
          <ac:chgData name="김건백" userId="da0e1cd9-2c5e-4228-8907-facf07e1249b" providerId="ADAL" clId="{490768D9-CA23-40A9-900B-5BCA97CA1137}" dt="2026-08-11T01:32:16.556" v="11070" actId="571"/>
          <ac:cxnSpMkLst>
            <pc:docMk/>
            <pc:sldMk cId="1194606502" sldId="290"/>
            <ac:cxnSpMk id="14" creationId="{566B6A3A-4C2E-470D-9ED8-2BB1473C0DBD}"/>
          </ac:cxnSpMkLst>
        </pc:cxnChg>
        <pc:cxnChg chg="add mod">
          <ac:chgData name="김건백" userId="da0e1cd9-2c5e-4228-8907-facf07e1249b" providerId="ADAL" clId="{490768D9-CA23-40A9-900B-5BCA97CA1137}" dt="2026-08-11T01:32:19.174" v="11072" actId="571"/>
          <ac:cxnSpMkLst>
            <pc:docMk/>
            <pc:sldMk cId="1194606502" sldId="290"/>
            <ac:cxnSpMk id="15" creationId="{8BDC7738-4C64-4A91-8C5C-094B55B44914}"/>
          </ac:cxnSpMkLst>
        </pc:cxnChg>
        <pc:cxnChg chg="add mod">
          <ac:chgData name="김건백" userId="da0e1cd9-2c5e-4228-8907-facf07e1249b" providerId="ADAL" clId="{490768D9-CA23-40A9-900B-5BCA97CA1137}" dt="2026-08-11T01:32:21.664" v="11073" actId="571"/>
          <ac:cxnSpMkLst>
            <pc:docMk/>
            <pc:sldMk cId="1194606502" sldId="290"/>
            <ac:cxnSpMk id="16" creationId="{D218FEDC-4214-4552-B5FD-04930811841A}"/>
          </ac:cxnSpMkLst>
        </pc:cxnChg>
      </pc:sldChg>
      <pc:sldChg chg="addSp delSp modSp add modNotesTx">
        <pc:chgData name="김건백" userId="da0e1cd9-2c5e-4228-8907-facf07e1249b" providerId="ADAL" clId="{490768D9-CA23-40A9-900B-5BCA97CA1137}" dt="2026-08-11T01:56:11.113" v="11917" actId="20577"/>
        <pc:sldMkLst>
          <pc:docMk/>
          <pc:sldMk cId="2726556791" sldId="291"/>
        </pc:sldMkLst>
        <pc:spChg chg="add del">
          <ac:chgData name="김건백" userId="da0e1cd9-2c5e-4228-8907-facf07e1249b" providerId="ADAL" clId="{490768D9-CA23-40A9-900B-5BCA97CA1137}" dt="2026-08-11T01:40:24.849" v="11082"/>
          <ac:spMkLst>
            <pc:docMk/>
            <pc:sldMk cId="2726556791" sldId="291"/>
            <ac:spMk id="3" creationId="{96BAA729-53EA-410B-94FD-B684B1527B17}"/>
          </ac:spMkLst>
        </pc:spChg>
        <pc:spChg chg="mod">
          <ac:chgData name="김건백" userId="da0e1cd9-2c5e-4228-8907-facf07e1249b" providerId="ADAL" clId="{490768D9-CA23-40A9-900B-5BCA97CA1137}" dt="2026-08-11T01:41:51.862" v="11147"/>
          <ac:spMkLst>
            <pc:docMk/>
            <pc:sldMk cId="2726556791" sldId="291"/>
            <ac:spMk id="4" creationId="{5148E1EC-9869-4358-82E8-92DA200D8557}"/>
          </ac:spMkLst>
        </pc:spChg>
        <pc:spChg chg="del">
          <ac:chgData name="김건백" userId="da0e1cd9-2c5e-4228-8907-facf07e1249b" providerId="ADAL" clId="{490768D9-CA23-40A9-900B-5BCA97CA1137}" dt="2026-08-11T01:40:02.665" v="11078" actId="478"/>
          <ac:spMkLst>
            <pc:docMk/>
            <pc:sldMk cId="2726556791" sldId="291"/>
            <ac:spMk id="5" creationId="{ECA93364-4AFF-4748-BD64-ADB4316162B7}"/>
          </ac:spMkLst>
        </pc:spChg>
        <pc:spChg chg="del">
          <ac:chgData name="김건백" userId="da0e1cd9-2c5e-4228-8907-facf07e1249b" providerId="ADAL" clId="{490768D9-CA23-40A9-900B-5BCA97CA1137}" dt="2026-08-11T01:40:02.665" v="11078" actId="478"/>
          <ac:spMkLst>
            <pc:docMk/>
            <pc:sldMk cId="2726556791" sldId="291"/>
            <ac:spMk id="10" creationId="{A80DF895-A9FB-43CC-9279-CB1389E74207}"/>
          </ac:spMkLst>
        </pc:spChg>
        <pc:graphicFrameChg chg="add del mod modGraphic">
          <ac:chgData name="김건백" userId="da0e1cd9-2c5e-4228-8907-facf07e1249b" providerId="ADAL" clId="{490768D9-CA23-40A9-900B-5BCA97CA1137}" dt="2026-08-11T01:46:49.180" v="11197"/>
          <ac:graphicFrameMkLst>
            <pc:docMk/>
            <pc:sldMk cId="2726556791" sldId="291"/>
            <ac:graphicFrameMk id="6" creationId="{45A0B943-6676-427A-BD04-6035BF66AF2B}"/>
          </ac:graphicFrameMkLst>
        </pc:graphicFrameChg>
        <pc:cxnChg chg="del">
          <ac:chgData name="김건백" userId="da0e1cd9-2c5e-4228-8907-facf07e1249b" providerId="ADAL" clId="{490768D9-CA23-40A9-900B-5BCA97CA1137}" dt="2026-08-11T01:40:02.665" v="11078" actId="478"/>
          <ac:cxnSpMkLst>
            <pc:docMk/>
            <pc:sldMk cId="2726556791" sldId="291"/>
            <ac:cxnSpMk id="11" creationId="{96E409BC-BD7F-4C74-B71A-DD06D2334471}"/>
          </ac:cxnSpMkLst>
        </pc:cxnChg>
        <pc:cxnChg chg="del">
          <ac:chgData name="김건백" userId="da0e1cd9-2c5e-4228-8907-facf07e1249b" providerId="ADAL" clId="{490768D9-CA23-40A9-900B-5BCA97CA1137}" dt="2026-08-11T01:40:02.665" v="11078" actId="478"/>
          <ac:cxnSpMkLst>
            <pc:docMk/>
            <pc:sldMk cId="2726556791" sldId="291"/>
            <ac:cxnSpMk id="13" creationId="{CD7EC712-DA2A-465E-9248-23AFBEE096D9}"/>
          </ac:cxnSpMkLst>
        </pc:cxnChg>
        <pc:cxnChg chg="del">
          <ac:chgData name="김건백" userId="da0e1cd9-2c5e-4228-8907-facf07e1249b" providerId="ADAL" clId="{490768D9-CA23-40A9-900B-5BCA97CA1137}" dt="2026-08-11T01:40:02.665" v="11078" actId="478"/>
          <ac:cxnSpMkLst>
            <pc:docMk/>
            <pc:sldMk cId="2726556791" sldId="291"/>
            <ac:cxnSpMk id="14" creationId="{566B6A3A-4C2E-470D-9ED8-2BB1473C0DBD}"/>
          </ac:cxnSpMkLst>
        </pc:cxnChg>
        <pc:cxnChg chg="del">
          <ac:chgData name="김건백" userId="da0e1cd9-2c5e-4228-8907-facf07e1249b" providerId="ADAL" clId="{490768D9-CA23-40A9-900B-5BCA97CA1137}" dt="2026-08-11T01:40:02.665" v="11078" actId="478"/>
          <ac:cxnSpMkLst>
            <pc:docMk/>
            <pc:sldMk cId="2726556791" sldId="291"/>
            <ac:cxnSpMk id="16" creationId="{D218FEDC-4214-4552-B5FD-04930811841A}"/>
          </ac:cxnSpMkLst>
        </pc:cxnChg>
      </pc:sldChg>
      <pc:sldChg chg="modSp add ord">
        <pc:chgData name="김건백" userId="da0e1cd9-2c5e-4228-8907-facf07e1249b" providerId="ADAL" clId="{490768D9-CA23-40A9-900B-5BCA97CA1137}" dt="2026-08-11T02:01:26.586" v="11978"/>
        <pc:sldMkLst>
          <pc:docMk/>
          <pc:sldMk cId="1288582021" sldId="292"/>
        </pc:sldMkLst>
        <pc:spChg chg="mod">
          <ac:chgData name="김건백" userId="da0e1cd9-2c5e-4228-8907-facf07e1249b" providerId="ADAL" clId="{490768D9-CA23-40A9-900B-5BCA97CA1137}" dt="2026-08-11T01:48:04.587" v="11253"/>
          <ac:spMkLst>
            <pc:docMk/>
            <pc:sldMk cId="1288582021" sldId="292"/>
            <ac:spMk id="4" creationId="{4BB5260D-18F5-46F6-B8AD-04BA4682C684}"/>
          </ac:spMkLst>
        </pc:spChg>
      </pc:sldChg>
      <pc:sldChg chg="addSp delSp modSp add modNotesTx">
        <pc:chgData name="김건백" userId="da0e1cd9-2c5e-4228-8907-facf07e1249b" providerId="ADAL" clId="{490768D9-CA23-40A9-900B-5BCA97CA1137}" dt="2026-08-11T01:56:07.691" v="11916" actId="20577"/>
        <pc:sldMkLst>
          <pc:docMk/>
          <pc:sldMk cId="3457448196" sldId="293"/>
        </pc:sldMkLst>
        <pc:spChg chg="mod">
          <ac:chgData name="김건백" userId="da0e1cd9-2c5e-4228-8907-facf07e1249b" providerId="ADAL" clId="{490768D9-CA23-40A9-900B-5BCA97CA1137}" dt="2026-08-11T01:48:14.887" v="11275"/>
          <ac:spMkLst>
            <pc:docMk/>
            <pc:sldMk cId="3457448196" sldId="293"/>
            <ac:spMk id="2" creationId="{653B49F8-2004-43C0-9C32-A2FD21657520}"/>
          </ac:spMkLst>
        </pc:spChg>
        <pc:spChg chg="del mod">
          <ac:chgData name="김건백" userId="da0e1cd9-2c5e-4228-8907-facf07e1249b" providerId="ADAL" clId="{490768D9-CA23-40A9-900B-5BCA97CA1137}" dt="2026-08-11T01:49:57.696" v="11290" actId="478"/>
          <ac:spMkLst>
            <pc:docMk/>
            <pc:sldMk cId="3457448196" sldId="293"/>
            <ac:spMk id="4" creationId="{5148E1EC-9869-4358-82E8-92DA200D8557}"/>
          </ac:spMkLst>
        </pc:spChg>
        <pc:spChg chg="del">
          <ac:chgData name="김건백" userId="da0e1cd9-2c5e-4228-8907-facf07e1249b" providerId="ADAL" clId="{490768D9-CA23-40A9-900B-5BCA97CA1137}" dt="2026-08-11T01:48:16.480" v="11276" actId="478"/>
          <ac:spMkLst>
            <pc:docMk/>
            <pc:sldMk cId="3457448196" sldId="293"/>
            <ac:spMk id="5" creationId="{ECA93364-4AFF-4748-BD64-ADB4316162B7}"/>
          </ac:spMkLst>
        </pc:spChg>
        <pc:spChg chg="del">
          <ac:chgData name="김건백" userId="da0e1cd9-2c5e-4228-8907-facf07e1249b" providerId="ADAL" clId="{490768D9-CA23-40A9-900B-5BCA97CA1137}" dt="2026-08-11T01:48:16.480" v="11276" actId="478"/>
          <ac:spMkLst>
            <pc:docMk/>
            <pc:sldMk cId="3457448196" sldId="293"/>
            <ac:spMk id="10" creationId="{A80DF895-A9FB-43CC-9279-CB1389E74207}"/>
          </ac:spMkLst>
        </pc:spChg>
        <pc:spChg chg="add del">
          <ac:chgData name="김건백" userId="da0e1cd9-2c5e-4228-8907-facf07e1249b" providerId="ADAL" clId="{490768D9-CA23-40A9-900B-5BCA97CA1137}" dt="2026-08-11T01:50:38.549" v="11351" actId="478"/>
          <ac:spMkLst>
            <pc:docMk/>
            <pc:sldMk cId="3457448196" sldId="293"/>
            <ac:spMk id="15" creationId="{26855158-F0EF-4716-9B8E-DB25972436E4}"/>
          </ac:spMkLst>
        </pc:spChg>
        <pc:graphicFrameChg chg="add mod">
          <ac:chgData name="김건백" userId="da0e1cd9-2c5e-4228-8907-facf07e1249b" providerId="ADAL" clId="{490768D9-CA23-40A9-900B-5BCA97CA1137}" dt="2026-08-11T01:56:03.038" v="11915" actId="20577"/>
          <ac:graphicFrameMkLst>
            <pc:docMk/>
            <pc:sldMk cId="3457448196" sldId="293"/>
            <ac:graphicFrameMk id="12" creationId="{78D14801-CF23-4990-9F71-85C8AD4C81EE}"/>
          </ac:graphicFrameMkLst>
        </pc:graphicFrameChg>
        <pc:cxnChg chg="del">
          <ac:chgData name="김건백" userId="da0e1cd9-2c5e-4228-8907-facf07e1249b" providerId="ADAL" clId="{490768D9-CA23-40A9-900B-5BCA97CA1137}" dt="2026-08-11T01:48:16.480" v="11276" actId="478"/>
          <ac:cxnSpMkLst>
            <pc:docMk/>
            <pc:sldMk cId="3457448196" sldId="293"/>
            <ac:cxnSpMk id="11" creationId="{96E409BC-BD7F-4C74-B71A-DD06D2334471}"/>
          </ac:cxnSpMkLst>
        </pc:cxnChg>
        <pc:cxnChg chg="del">
          <ac:chgData name="김건백" userId="da0e1cd9-2c5e-4228-8907-facf07e1249b" providerId="ADAL" clId="{490768D9-CA23-40A9-900B-5BCA97CA1137}" dt="2026-08-11T01:48:16.480" v="11276" actId="478"/>
          <ac:cxnSpMkLst>
            <pc:docMk/>
            <pc:sldMk cId="3457448196" sldId="293"/>
            <ac:cxnSpMk id="13" creationId="{CD7EC712-DA2A-465E-9248-23AFBEE096D9}"/>
          </ac:cxnSpMkLst>
        </pc:cxnChg>
        <pc:cxnChg chg="del">
          <ac:chgData name="김건백" userId="da0e1cd9-2c5e-4228-8907-facf07e1249b" providerId="ADAL" clId="{490768D9-CA23-40A9-900B-5BCA97CA1137}" dt="2026-08-11T01:48:16.480" v="11276" actId="478"/>
          <ac:cxnSpMkLst>
            <pc:docMk/>
            <pc:sldMk cId="3457448196" sldId="293"/>
            <ac:cxnSpMk id="14" creationId="{566B6A3A-4C2E-470D-9ED8-2BB1473C0DBD}"/>
          </ac:cxnSpMkLst>
        </pc:cxnChg>
        <pc:cxnChg chg="del">
          <ac:chgData name="김건백" userId="da0e1cd9-2c5e-4228-8907-facf07e1249b" providerId="ADAL" clId="{490768D9-CA23-40A9-900B-5BCA97CA1137}" dt="2026-08-11T01:48:16.480" v="11276" actId="478"/>
          <ac:cxnSpMkLst>
            <pc:docMk/>
            <pc:sldMk cId="3457448196" sldId="293"/>
            <ac:cxnSpMk id="16" creationId="{D218FEDC-4214-4552-B5FD-04930811841A}"/>
          </ac:cxnSpMkLst>
        </pc:cxnChg>
      </pc:sldChg>
      <pc:sldChg chg="addSp delSp modSp add modNotesTx">
        <pc:chgData name="김건백" userId="da0e1cd9-2c5e-4228-8907-facf07e1249b" providerId="ADAL" clId="{490768D9-CA23-40A9-900B-5BCA97CA1137}" dt="2026-08-11T03:28:07.437" v="14748" actId="20577"/>
        <pc:sldMkLst>
          <pc:docMk/>
          <pc:sldMk cId="2890011203" sldId="294"/>
        </pc:sldMkLst>
        <pc:spChg chg="mod">
          <ac:chgData name="김건백" userId="da0e1cd9-2c5e-4228-8907-facf07e1249b" providerId="ADAL" clId="{490768D9-CA23-40A9-900B-5BCA97CA1137}" dt="2026-08-11T01:56:56.504" v="11937"/>
          <ac:spMkLst>
            <pc:docMk/>
            <pc:sldMk cId="2890011203" sldId="294"/>
            <ac:spMk id="2" creationId="{B73FDE38-CE30-492F-AD70-606A85AB7FE3}"/>
          </ac:spMkLst>
        </pc:spChg>
        <pc:spChg chg="del">
          <ac:chgData name="김건백" userId="da0e1cd9-2c5e-4228-8907-facf07e1249b" providerId="ADAL" clId="{490768D9-CA23-40A9-900B-5BCA97CA1137}" dt="2026-08-11T01:57:09.422" v="11939" actId="478"/>
          <ac:spMkLst>
            <pc:docMk/>
            <pc:sldMk cId="2890011203" sldId="294"/>
            <ac:spMk id="3" creationId="{8D9274FB-4FE6-47B8-953E-2A62905F6933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4" creationId="{F42F2846-F5F3-4DA8-9621-313F1B0AEDAA}"/>
          </ac:spMkLst>
        </pc:spChg>
        <pc:spChg chg="add del mod">
          <ac:chgData name="김건백" userId="da0e1cd9-2c5e-4228-8907-facf07e1249b" providerId="ADAL" clId="{490768D9-CA23-40A9-900B-5BCA97CA1137}" dt="2026-08-11T01:58:18.547" v="11962" actId="478"/>
          <ac:spMkLst>
            <pc:docMk/>
            <pc:sldMk cId="2890011203" sldId="294"/>
            <ac:spMk id="7" creationId="{1CBA89C6-581A-4FBB-8CFB-6F39506959AC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10" creationId="{192C5FF8-739F-47D1-9272-D9580272E92B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11" creationId="{93668418-6563-42EB-966F-FFDE01AC06DF}"/>
          </ac:spMkLst>
        </pc:spChg>
        <pc:spChg chg="add del mod">
          <ac:chgData name="김건백" userId="da0e1cd9-2c5e-4228-8907-facf07e1249b" providerId="ADAL" clId="{490768D9-CA23-40A9-900B-5BCA97CA1137}" dt="2026-08-11T01:58:19.690" v="11963" actId="478"/>
          <ac:spMkLst>
            <pc:docMk/>
            <pc:sldMk cId="2890011203" sldId="294"/>
            <ac:spMk id="12" creationId="{BEDA9EFD-388B-41BB-A3BB-7E18684C5FDA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14" creationId="{D33DDA71-AC50-46E7-80E3-5AFDEEA69FB6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15" creationId="{1AE92B5D-C0A0-4C7F-B585-F4870C945343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16" creationId="{8A9CA8E8-2F47-43E3-848A-0F2B27DC0885}"/>
          </ac:spMkLst>
        </pc:spChg>
        <pc:spChg chg="add mod">
          <ac:chgData name="김건백" userId="da0e1cd9-2c5e-4228-8907-facf07e1249b" providerId="ADAL" clId="{490768D9-CA23-40A9-900B-5BCA97CA1137}" dt="2026-08-11T02:02:18.814" v="11990" actId="1076"/>
          <ac:spMkLst>
            <pc:docMk/>
            <pc:sldMk cId="2890011203" sldId="294"/>
            <ac:spMk id="17" creationId="{93D8BC5C-C1C9-4951-9A5A-C123B5A3C0A6}"/>
          </ac:spMkLst>
        </pc:spChg>
        <pc:spChg chg="add del mod">
          <ac:chgData name="김건백" userId="da0e1cd9-2c5e-4228-8907-facf07e1249b" providerId="ADAL" clId="{490768D9-CA23-40A9-900B-5BCA97CA1137}" dt="2026-08-11T02:02:42.232" v="12008" actId="478"/>
          <ac:spMkLst>
            <pc:docMk/>
            <pc:sldMk cId="2890011203" sldId="294"/>
            <ac:spMk id="18" creationId="{F045C6C5-B157-48E1-A171-BA2BB2E829C2}"/>
          </ac:spMkLst>
        </pc:spChg>
        <pc:spChg chg="add del mod">
          <ac:chgData name="김건백" userId="da0e1cd9-2c5e-4228-8907-facf07e1249b" providerId="ADAL" clId="{490768D9-CA23-40A9-900B-5BCA97CA1137}" dt="2026-08-11T02:02:42.232" v="12008" actId="478"/>
          <ac:spMkLst>
            <pc:docMk/>
            <pc:sldMk cId="2890011203" sldId="294"/>
            <ac:spMk id="19" creationId="{7BFF4404-7B9B-49CA-BDD8-D09EAE60C695}"/>
          </ac:spMkLst>
        </pc:spChg>
        <pc:spChg chg="add mod">
          <ac:chgData name="김건백" userId="da0e1cd9-2c5e-4228-8907-facf07e1249b" providerId="ADAL" clId="{490768D9-CA23-40A9-900B-5BCA97CA1137}" dt="2026-08-11T02:04:30.931" v="12199" actId="1076"/>
          <ac:spMkLst>
            <pc:docMk/>
            <pc:sldMk cId="2890011203" sldId="294"/>
            <ac:spMk id="20" creationId="{B43DC3FA-2903-4865-8F0E-26664B61F931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21" creationId="{89B30C53-A74A-484F-9DBB-A1E5FBFCF330}"/>
          </ac:spMkLst>
        </pc:spChg>
        <pc:spChg chg="add mod">
          <ac:chgData name="김건백" userId="da0e1cd9-2c5e-4228-8907-facf07e1249b" providerId="ADAL" clId="{490768D9-CA23-40A9-900B-5BCA97CA1137}" dt="2026-08-11T02:07:04.489" v="12396" actId="20577"/>
          <ac:spMkLst>
            <pc:docMk/>
            <pc:sldMk cId="2890011203" sldId="294"/>
            <ac:spMk id="22" creationId="{8E97C9C2-CA0A-421E-9849-1F9384DA156A}"/>
          </ac:spMkLst>
        </pc:spChg>
        <pc:spChg chg="add mod">
          <ac:chgData name="김건백" userId="da0e1cd9-2c5e-4228-8907-facf07e1249b" providerId="ADAL" clId="{490768D9-CA23-40A9-900B-5BCA97CA1137}" dt="2026-08-11T02:06:09.329" v="12372"/>
          <ac:spMkLst>
            <pc:docMk/>
            <pc:sldMk cId="2890011203" sldId="294"/>
            <ac:spMk id="23" creationId="{D370E676-098E-47A0-A3AD-1FF1E186DBDA}"/>
          </ac:spMkLst>
        </pc:spChg>
        <pc:spChg chg="add mod">
          <ac:chgData name="김건백" userId="da0e1cd9-2c5e-4228-8907-facf07e1249b" providerId="ADAL" clId="{490768D9-CA23-40A9-900B-5BCA97CA1137}" dt="2026-08-11T02:05:00.580" v="12217" actId="1076"/>
          <ac:spMkLst>
            <pc:docMk/>
            <pc:sldMk cId="2890011203" sldId="294"/>
            <ac:spMk id="24" creationId="{B0F4C433-269F-4D8B-B0D2-0725EC07F021}"/>
          </ac:spMkLst>
        </pc:spChg>
        <pc:spChg chg="add mod">
          <ac:chgData name="김건백" userId="da0e1cd9-2c5e-4228-8907-facf07e1249b" providerId="ADAL" clId="{490768D9-CA23-40A9-900B-5BCA97CA1137}" dt="2026-08-11T02:28:18.309" v="12831" actId="164"/>
          <ac:spMkLst>
            <pc:docMk/>
            <pc:sldMk cId="2890011203" sldId="294"/>
            <ac:spMk id="25" creationId="{BCA4E814-2CD7-4259-AA9B-A5F6843615A0}"/>
          </ac:spMkLst>
        </pc:spChg>
        <pc:spChg chg="add mod">
          <ac:chgData name="김건백" userId="da0e1cd9-2c5e-4228-8907-facf07e1249b" providerId="ADAL" clId="{490768D9-CA23-40A9-900B-5BCA97CA1137}" dt="2026-08-11T02:28:13.911" v="12830" actId="14100"/>
          <ac:spMkLst>
            <pc:docMk/>
            <pc:sldMk cId="2890011203" sldId="294"/>
            <ac:spMk id="26" creationId="{B386A6C8-A8F4-4B24-94FD-E9F94799A018}"/>
          </ac:spMkLst>
        </pc:spChg>
        <pc:grpChg chg="add mod">
          <ac:chgData name="김건백" userId="da0e1cd9-2c5e-4228-8907-facf07e1249b" providerId="ADAL" clId="{490768D9-CA23-40A9-900B-5BCA97CA1137}" dt="2026-08-11T02:28:37.206" v="12835" actId="1076"/>
          <ac:grpSpMkLst>
            <pc:docMk/>
            <pc:sldMk cId="2890011203" sldId="294"/>
            <ac:grpSpMk id="27" creationId="{32B003EE-DC3A-4C9E-A1E5-92A65767540B}"/>
          </ac:grpSpMkLst>
        </pc:grpChg>
        <pc:cxnChg chg="add del mod">
          <ac:chgData name="김건백" userId="da0e1cd9-2c5e-4228-8907-facf07e1249b" providerId="ADAL" clId="{490768D9-CA23-40A9-900B-5BCA97CA1137}" dt="2026-08-11T01:58:22.061" v="11964" actId="478"/>
          <ac:cxnSpMkLst>
            <pc:docMk/>
            <pc:sldMk cId="2890011203" sldId="294"/>
            <ac:cxnSpMk id="5" creationId="{D84B43F0-F784-4C87-92FD-8A37BC7428F3}"/>
          </ac:cxnSpMkLst>
        </pc:cxnChg>
        <pc:cxnChg chg="add del mod">
          <ac:chgData name="김건백" userId="da0e1cd9-2c5e-4228-8907-facf07e1249b" providerId="ADAL" clId="{490768D9-CA23-40A9-900B-5BCA97CA1137}" dt="2026-08-11T01:58:22.749" v="11965" actId="478"/>
          <ac:cxnSpMkLst>
            <pc:docMk/>
            <pc:sldMk cId="2890011203" sldId="294"/>
            <ac:cxnSpMk id="6" creationId="{AFC62609-37A5-4291-8E19-6FB79F24C48C}"/>
          </ac:cxnSpMkLst>
        </pc:cxnChg>
        <pc:cxnChg chg="add mod">
          <ac:chgData name="김건백" userId="da0e1cd9-2c5e-4228-8907-facf07e1249b" providerId="ADAL" clId="{490768D9-CA23-40A9-900B-5BCA97CA1137}" dt="2026-08-11T02:28:18.309" v="12831" actId="164"/>
          <ac:cxnSpMkLst>
            <pc:docMk/>
            <pc:sldMk cId="2890011203" sldId="294"/>
            <ac:cxnSpMk id="8" creationId="{7ECB5D1C-DCE5-4399-B962-B3002F03F75B}"/>
          </ac:cxnSpMkLst>
        </pc:cxnChg>
        <pc:cxnChg chg="add mod">
          <ac:chgData name="김건백" userId="da0e1cd9-2c5e-4228-8907-facf07e1249b" providerId="ADAL" clId="{490768D9-CA23-40A9-900B-5BCA97CA1137}" dt="2026-08-11T02:28:18.309" v="12831" actId="164"/>
          <ac:cxnSpMkLst>
            <pc:docMk/>
            <pc:sldMk cId="2890011203" sldId="294"/>
            <ac:cxnSpMk id="9" creationId="{5622EB74-04DC-4058-81C8-B860C8F3E82F}"/>
          </ac:cxnSpMkLst>
        </pc:cxnChg>
        <pc:cxnChg chg="add mod ord">
          <ac:chgData name="김건백" userId="da0e1cd9-2c5e-4228-8907-facf07e1249b" providerId="ADAL" clId="{490768D9-CA23-40A9-900B-5BCA97CA1137}" dt="2026-08-11T02:28:18.309" v="12831" actId="164"/>
          <ac:cxnSpMkLst>
            <pc:docMk/>
            <pc:sldMk cId="2890011203" sldId="294"/>
            <ac:cxnSpMk id="13" creationId="{2C5378A8-FBA7-4F52-B573-D12968668B52}"/>
          </ac:cxnSpMkLst>
        </pc:cxnChg>
      </pc:sldChg>
      <pc:sldChg chg="addSp delSp modSp add">
        <pc:chgData name="김건백" userId="da0e1cd9-2c5e-4228-8907-facf07e1249b" providerId="ADAL" clId="{490768D9-CA23-40A9-900B-5BCA97CA1137}" dt="2026-08-11T03:25:24.153" v="14581" actId="166"/>
        <pc:sldMkLst>
          <pc:docMk/>
          <pc:sldMk cId="4283995877" sldId="295"/>
        </pc:sldMkLst>
        <pc:spChg chg="mod">
          <ac:chgData name="김건백" userId="da0e1cd9-2c5e-4228-8907-facf07e1249b" providerId="ADAL" clId="{490768D9-CA23-40A9-900B-5BCA97CA1137}" dt="2026-08-11T02:07:25.122" v="12416"/>
          <ac:spMkLst>
            <pc:docMk/>
            <pc:sldMk cId="4283995877" sldId="295"/>
            <ac:spMk id="2" creationId="{D3BD4DD4-E7DF-4BF5-A171-AB8C9905EB93}"/>
          </ac:spMkLst>
        </pc:spChg>
        <pc:spChg chg="del">
          <ac:chgData name="김건백" userId="da0e1cd9-2c5e-4228-8907-facf07e1249b" providerId="ADAL" clId="{490768D9-CA23-40A9-900B-5BCA97CA1137}" dt="2026-08-11T02:07:31.494" v="12418" actId="478"/>
          <ac:spMkLst>
            <pc:docMk/>
            <pc:sldMk cId="4283995877" sldId="295"/>
            <ac:spMk id="3" creationId="{4829752D-CBEE-490B-95A5-C7544002D8A6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4" creationId="{C3470D5F-4FEC-4484-BE6C-1FF983A083C9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7" creationId="{5EF1D599-62F2-46A4-B481-9377BCF7287D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8" creationId="{7407D09B-8738-43F5-A686-E4B1E2A2293E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10" creationId="{F406700E-0326-4E74-B326-ABD1B56D025E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11" creationId="{B856AC41-2A43-41E0-B401-2798F4229513}"/>
          </ac:spMkLst>
        </pc:spChg>
        <pc:spChg chg="add del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12" creationId="{0D45E572-0DAF-4C85-82A0-C9206C19C1BF}"/>
          </ac:spMkLst>
        </pc:spChg>
        <pc:spChg chg="add del mod">
          <ac:chgData name="김건백" userId="da0e1cd9-2c5e-4228-8907-facf07e1249b" providerId="ADAL" clId="{490768D9-CA23-40A9-900B-5BCA97CA1137}" dt="2026-08-11T02:08:14.039" v="12427" actId="478"/>
          <ac:spMkLst>
            <pc:docMk/>
            <pc:sldMk cId="4283995877" sldId="295"/>
            <ac:spMk id="13" creationId="{649919C1-7CD4-4130-B77A-862EC051F84F}"/>
          </ac:spMkLst>
        </pc:spChg>
        <pc:spChg chg="add">
          <ac:chgData name="김건백" userId="da0e1cd9-2c5e-4228-8907-facf07e1249b" providerId="ADAL" clId="{490768D9-CA23-40A9-900B-5BCA97CA1137}" dt="2026-08-11T02:08:14.246" v="12428"/>
          <ac:spMkLst>
            <pc:docMk/>
            <pc:sldMk cId="4283995877" sldId="295"/>
            <ac:spMk id="14" creationId="{A5E27C4E-22FF-479C-9241-5731129B8454}"/>
          </ac:spMkLst>
        </pc:spChg>
        <pc:spChg chg="add del">
          <ac:chgData name="김건백" userId="da0e1cd9-2c5e-4228-8907-facf07e1249b" providerId="ADAL" clId="{490768D9-CA23-40A9-900B-5BCA97CA1137}" dt="2026-08-11T02:08:56.485" v="12438" actId="478"/>
          <ac:spMkLst>
            <pc:docMk/>
            <pc:sldMk cId="4283995877" sldId="295"/>
            <ac:spMk id="17" creationId="{95236615-DFDF-470F-9699-CD4ED15B3241}"/>
          </ac:spMkLst>
        </pc:spChg>
        <pc:spChg chg="add del">
          <ac:chgData name="김건백" userId="da0e1cd9-2c5e-4228-8907-facf07e1249b" providerId="ADAL" clId="{490768D9-CA23-40A9-900B-5BCA97CA1137}" dt="2026-08-11T02:08:55.115" v="12437" actId="478"/>
          <ac:spMkLst>
            <pc:docMk/>
            <pc:sldMk cId="4283995877" sldId="295"/>
            <ac:spMk id="18" creationId="{0B5F5628-F1E7-4C24-9619-1C7DA96045B7}"/>
          </ac:spMkLst>
        </pc:spChg>
        <pc:spChg chg="add del">
          <ac:chgData name="김건백" userId="da0e1cd9-2c5e-4228-8907-facf07e1249b" providerId="ADAL" clId="{490768D9-CA23-40A9-900B-5BCA97CA1137}" dt="2026-08-11T02:09:02.962" v="12441" actId="478"/>
          <ac:spMkLst>
            <pc:docMk/>
            <pc:sldMk cId="4283995877" sldId="295"/>
            <ac:spMk id="19" creationId="{63D95D75-919F-4C62-A39F-D5B5B6951668}"/>
          </ac:spMkLst>
        </pc:spChg>
        <pc:spChg chg="add del">
          <ac:chgData name="김건백" userId="da0e1cd9-2c5e-4228-8907-facf07e1249b" providerId="ADAL" clId="{490768D9-CA23-40A9-900B-5BCA97CA1137}" dt="2026-08-11T02:08:18.086" v="12429" actId="478"/>
          <ac:spMkLst>
            <pc:docMk/>
            <pc:sldMk cId="4283995877" sldId="295"/>
            <ac:spMk id="20" creationId="{B24237BE-06C6-46F5-9828-C13A5C9CD8D3}"/>
          </ac:spMkLst>
        </pc:spChg>
        <pc:spChg chg="add">
          <ac:chgData name="김건백" userId="da0e1cd9-2c5e-4228-8907-facf07e1249b" providerId="ADAL" clId="{490768D9-CA23-40A9-900B-5BCA97CA1137}" dt="2026-08-11T02:08:14.246" v="12428"/>
          <ac:spMkLst>
            <pc:docMk/>
            <pc:sldMk cId="4283995877" sldId="295"/>
            <ac:spMk id="21" creationId="{F642A124-E99D-4FA0-97CF-902DB2472281}"/>
          </ac:spMkLst>
        </pc:spChg>
        <pc:spChg chg="add del">
          <ac:chgData name="김건백" userId="da0e1cd9-2c5e-4228-8907-facf07e1249b" providerId="ADAL" clId="{490768D9-CA23-40A9-900B-5BCA97CA1137}" dt="2026-08-11T02:08:20.482" v="12430" actId="478"/>
          <ac:spMkLst>
            <pc:docMk/>
            <pc:sldMk cId="4283995877" sldId="295"/>
            <ac:spMk id="22" creationId="{E98F16D0-9D51-45E5-9E4B-650EE40C9D02}"/>
          </ac:spMkLst>
        </pc:spChg>
        <pc:spChg chg="add">
          <ac:chgData name="김건백" userId="da0e1cd9-2c5e-4228-8907-facf07e1249b" providerId="ADAL" clId="{490768D9-CA23-40A9-900B-5BCA97CA1137}" dt="2026-08-11T02:08:14.246" v="12428"/>
          <ac:spMkLst>
            <pc:docMk/>
            <pc:sldMk cId="4283995877" sldId="295"/>
            <ac:spMk id="23" creationId="{6F9109AF-DA7D-4107-82A3-540318068DFF}"/>
          </ac:spMkLst>
        </pc:spChg>
        <pc:spChg chg="add mod">
          <ac:chgData name="김건백" userId="da0e1cd9-2c5e-4228-8907-facf07e1249b" providerId="ADAL" clId="{490768D9-CA23-40A9-900B-5BCA97CA1137}" dt="2026-08-11T02:14:04.936" v="12616" actId="1076"/>
          <ac:spMkLst>
            <pc:docMk/>
            <pc:sldMk cId="4283995877" sldId="295"/>
            <ac:spMk id="30" creationId="{F44E860B-F669-4058-A6C5-F713E3BDD9D6}"/>
          </ac:spMkLst>
        </pc:spChg>
        <pc:spChg chg="add mod">
          <ac:chgData name="김건백" userId="da0e1cd9-2c5e-4228-8907-facf07e1249b" providerId="ADAL" clId="{490768D9-CA23-40A9-900B-5BCA97CA1137}" dt="2026-08-11T02:10:00.751" v="12464" actId="1076"/>
          <ac:spMkLst>
            <pc:docMk/>
            <pc:sldMk cId="4283995877" sldId="295"/>
            <ac:spMk id="31" creationId="{1D2AB6AF-00A4-4E2E-AF82-5F9EF4B31638}"/>
          </ac:spMkLst>
        </pc:spChg>
        <pc:spChg chg="add">
          <ac:chgData name="김건백" userId="da0e1cd9-2c5e-4228-8907-facf07e1249b" providerId="ADAL" clId="{490768D9-CA23-40A9-900B-5BCA97CA1137}" dt="2026-08-11T02:10:13.629" v="12465"/>
          <ac:spMkLst>
            <pc:docMk/>
            <pc:sldMk cId="4283995877" sldId="295"/>
            <ac:spMk id="32" creationId="{27DC277D-F6B9-40DD-B51D-8C0C3336EC54}"/>
          </ac:spMkLst>
        </pc:spChg>
        <pc:spChg chg="add mod">
          <ac:chgData name="김건백" userId="da0e1cd9-2c5e-4228-8907-facf07e1249b" providerId="ADAL" clId="{490768D9-CA23-40A9-900B-5BCA97CA1137}" dt="2026-08-11T02:12:18.495" v="12591" actId="1076"/>
          <ac:spMkLst>
            <pc:docMk/>
            <pc:sldMk cId="4283995877" sldId="295"/>
            <ac:spMk id="33" creationId="{386D943D-3A52-497F-B9AF-BDFD012D39EA}"/>
          </ac:spMkLst>
        </pc:spChg>
        <pc:spChg chg="add del">
          <ac:chgData name="김건백" userId="da0e1cd9-2c5e-4228-8907-facf07e1249b" providerId="ADAL" clId="{490768D9-CA23-40A9-900B-5BCA97CA1137}" dt="2026-08-11T02:11:22.236" v="12541" actId="478"/>
          <ac:spMkLst>
            <pc:docMk/>
            <pc:sldMk cId="4283995877" sldId="295"/>
            <ac:spMk id="34" creationId="{EA2C8BCF-D802-4214-8B09-5D32B18A8018}"/>
          </ac:spMkLst>
        </pc:spChg>
        <pc:spChg chg="add mod">
          <ac:chgData name="김건백" userId="da0e1cd9-2c5e-4228-8907-facf07e1249b" providerId="ADAL" clId="{490768D9-CA23-40A9-900B-5BCA97CA1137}" dt="2026-08-11T02:18:04.578" v="12636" actId="14100"/>
          <ac:spMkLst>
            <pc:docMk/>
            <pc:sldMk cId="4283995877" sldId="295"/>
            <ac:spMk id="35" creationId="{621A7C8B-0689-4F9B-9733-3B20B2B85ECB}"/>
          </ac:spMkLst>
        </pc:spChg>
        <pc:spChg chg="add mod">
          <ac:chgData name="김건백" userId="da0e1cd9-2c5e-4228-8907-facf07e1249b" providerId="ADAL" clId="{490768D9-CA23-40A9-900B-5BCA97CA1137}" dt="2026-08-11T02:18:22.033" v="12710" actId="20577"/>
          <ac:spMkLst>
            <pc:docMk/>
            <pc:sldMk cId="4283995877" sldId="295"/>
            <ac:spMk id="36" creationId="{C82D42B3-EED3-49D2-861D-02B15F98B2D1}"/>
          </ac:spMkLst>
        </pc:spChg>
        <pc:spChg chg="add mod">
          <ac:chgData name="김건백" userId="da0e1cd9-2c5e-4228-8907-facf07e1249b" providerId="ADAL" clId="{490768D9-CA23-40A9-900B-5BCA97CA1137}" dt="2026-08-11T02:10:56.936" v="12494" actId="14100"/>
          <ac:spMkLst>
            <pc:docMk/>
            <pc:sldMk cId="4283995877" sldId="295"/>
            <ac:spMk id="37" creationId="{0E3F6BA2-B895-423A-BB9E-A8571996D6AA}"/>
          </ac:spMkLst>
        </pc:spChg>
        <pc:spChg chg="add mod">
          <ac:chgData name="김건백" userId="da0e1cd9-2c5e-4228-8907-facf07e1249b" providerId="ADAL" clId="{490768D9-CA23-40A9-900B-5BCA97CA1137}" dt="2026-08-11T02:18:34.612" v="12714" actId="1076"/>
          <ac:spMkLst>
            <pc:docMk/>
            <pc:sldMk cId="4283995877" sldId="295"/>
            <ac:spMk id="38" creationId="{3C156AF9-5BEA-4D9B-BB39-CA0A4EFD7B46}"/>
          </ac:spMkLst>
        </pc:spChg>
        <pc:spChg chg="add mod">
          <ac:chgData name="김건백" userId="da0e1cd9-2c5e-4228-8907-facf07e1249b" providerId="ADAL" clId="{490768D9-CA23-40A9-900B-5BCA97CA1137}" dt="2026-08-11T02:18:39.112" v="12716" actId="20577"/>
          <ac:spMkLst>
            <pc:docMk/>
            <pc:sldMk cId="4283995877" sldId="295"/>
            <ac:spMk id="39" creationId="{54558AC5-6DD8-44CC-B6EC-FA13D2AE8510}"/>
          </ac:spMkLst>
        </pc:spChg>
        <pc:spChg chg="add mod">
          <ac:chgData name="김건백" userId="da0e1cd9-2c5e-4228-8907-facf07e1249b" providerId="ADAL" clId="{490768D9-CA23-40A9-900B-5BCA97CA1137}" dt="2026-08-11T02:20:24.028" v="12765" actId="20577"/>
          <ac:spMkLst>
            <pc:docMk/>
            <pc:sldMk cId="4283995877" sldId="295"/>
            <ac:spMk id="40" creationId="{2739FCB4-677B-4C8C-9D48-318B1F7C6C4C}"/>
          </ac:spMkLst>
        </pc:spChg>
        <pc:spChg chg="add mod">
          <ac:chgData name="김건백" userId="da0e1cd9-2c5e-4228-8907-facf07e1249b" providerId="ADAL" clId="{490768D9-CA23-40A9-900B-5BCA97CA1137}" dt="2026-08-11T02:28:52.048" v="12855"/>
          <ac:spMkLst>
            <pc:docMk/>
            <pc:sldMk cId="4283995877" sldId="295"/>
            <ac:spMk id="42" creationId="{F592F193-DE19-43C5-8CA7-47747244799F}"/>
          </ac:spMkLst>
        </pc:spChg>
        <pc:spChg chg="add mod ord">
          <ac:chgData name="김건백" userId="da0e1cd9-2c5e-4228-8907-facf07e1249b" providerId="ADAL" clId="{490768D9-CA23-40A9-900B-5BCA97CA1137}" dt="2026-08-11T03:25:24.153" v="14581" actId="166"/>
          <ac:spMkLst>
            <pc:docMk/>
            <pc:sldMk cId="4283995877" sldId="295"/>
            <ac:spMk id="43" creationId="{71C456CD-0CAB-469B-9712-2F34942D978B}"/>
          </ac:spMkLst>
        </pc:spChg>
        <pc:cxnChg chg="add del">
          <ac:chgData name="김건백" userId="da0e1cd9-2c5e-4228-8907-facf07e1249b" providerId="ADAL" clId="{490768D9-CA23-40A9-900B-5BCA97CA1137}" dt="2026-08-11T02:08:14.039" v="12427" actId="478"/>
          <ac:cxnSpMkLst>
            <pc:docMk/>
            <pc:sldMk cId="4283995877" sldId="295"/>
            <ac:cxnSpMk id="5" creationId="{467EA81C-87A5-4A1F-9E3A-44769CED180C}"/>
          </ac:cxnSpMkLst>
        </pc:cxnChg>
        <pc:cxnChg chg="add del">
          <ac:chgData name="김건백" userId="da0e1cd9-2c5e-4228-8907-facf07e1249b" providerId="ADAL" clId="{490768D9-CA23-40A9-900B-5BCA97CA1137}" dt="2026-08-11T02:08:14.039" v="12427" actId="478"/>
          <ac:cxnSpMkLst>
            <pc:docMk/>
            <pc:sldMk cId="4283995877" sldId="295"/>
            <ac:cxnSpMk id="6" creationId="{F2ACD9EC-1D3A-4435-B5F4-C4CD28AE6D55}"/>
          </ac:cxnSpMkLst>
        </pc:cxnChg>
        <pc:cxnChg chg="add del">
          <ac:chgData name="김건백" userId="da0e1cd9-2c5e-4228-8907-facf07e1249b" providerId="ADAL" clId="{490768D9-CA23-40A9-900B-5BCA97CA1137}" dt="2026-08-11T02:08:14.039" v="12427" actId="478"/>
          <ac:cxnSpMkLst>
            <pc:docMk/>
            <pc:sldMk cId="4283995877" sldId="295"/>
            <ac:cxnSpMk id="9" creationId="{7AC9B5E5-B869-497F-B13E-515B70957218}"/>
          </ac:cxnSpMkLst>
        </pc:cxnChg>
        <pc:cxnChg chg="add mod">
          <ac:chgData name="김건백" userId="da0e1cd9-2c5e-4228-8907-facf07e1249b" providerId="ADAL" clId="{490768D9-CA23-40A9-900B-5BCA97CA1137}" dt="2026-08-11T02:09:11.271" v="12444" actId="14100"/>
          <ac:cxnSpMkLst>
            <pc:docMk/>
            <pc:sldMk cId="4283995877" sldId="295"/>
            <ac:cxnSpMk id="15" creationId="{C08E3D79-B476-419E-ADF0-A2B3763BF2B9}"/>
          </ac:cxnSpMkLst>
        </pc:cxnChg>
        <pc:cxnChg chg="add mod">
          <ac:chgData name="김건백" userId="da0e1cd9-2c5e-4228-8907-facf07e1249b" providerId="ADAL" clId="{490768D9-CA23-40A9-900B-5BCA97CA1137}" dt="2026-08-11T02:09:06.690" v="12442" actId="14100"/>
          <ac:cxnSpMkLst>
            <pc:docMk/>
            <pc:sldMk cId="4283995877" sldId="295"/>
            <ac:cxnSpMk id="16" creationId="{01DB6BC1-2092-483A-8831-FB19E6BCEE15}"/>
          </ac:cxnSpMkLst>
        </pc:cxnChg>
        <pc:cxnChg chg="add mod">
          <ac:chgData name="김건백" userId="da0e1cd9-2c5e-4228-8907-facf07e1249b" providerId="ADAL" clId="{490768D9-CA23-40A9-900B-5BCA97CA1137}" dt="2026-08-11T02:14:30.272" v="12617" actId="1038"/>
          <ac:cxnSpMkLst>
            <pc:docMk/>
            <pc:sldMk cId="4283995877" sldId="295"/>
            <ac:cxnSpMk id="24" creationId="{3E12FDBE-6CCE-49ED-A948-5E172260BECA}"/>
          </ac:cxnSpMkLst>
        </pc:cxnChg>
        <pc:cxnChg chg="add mod">
          <ac:chgData name="김건백" userId="da0e1cd9-2c5e-4228-8907-facf07e1249b" providerId="ADAL" clId="{490768D9-CA23-40A9-900B-5BCA97CA1137}" dt="2026-08-11T02:13:59.282" v="12615" actId="14100"/>
          <ac:cxnSpMkLst>
            <pc:docMk/>
            <pc:sldMk cId="4283995877" sldId="295"/>
            <ac:cxnSpMk id="25" creationId="{A1D3C838-BF5B-4B0A-8466-8CD0CDC836E7}"/>
          </ac:cxnSpMkLst>
        </pc:cxnChg>
      </pc:sldChg>
      <pc:sldChg chg="addSp delSp modSp add">
        <pc:chgData name="김건백" userId="da0e1cd9-2c5e-4228-8907-facf07e1249b" providerId="ADAL" clId="{490768D9-CA23-40A9-900B-5BCA97CA1137}" dt="2026-08-11T02:30:02.024" v="12937" actId="1076"/>
        <pc:sldMkLst>
          <pc:docMk/>
          <pc:sldMk cId="479338580" sldId="296"/>
        </pc:sldMkLst>
        <pc:spChg chg="mod">
          <ac:chgData name="김건백" userId="da0e1cd9-2c5e-4228-8907-facf07e1249b" providerId="ADAL" clId="{490768D9-CA23-40A9-900B-5BCA97CA1137}" dt="2026-08-11T02:25:46.773" v="12767" actId="1076"/>
          <ac:spMkLst>
            <pc:docMk/>
            <pc:sldMk cId="479338580" sldId="296"/>
            <ac:spMk id="2" creationId="{D3BD4DD4-E7DF-4BF5-A171-AB8C9905EB93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14" creationId="{A5E27C4E-22FF-479C-9241-5731129B8454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21" creationId="{F642A124-E99D-4FA0-97CF-902DB2472281}"/>
          </ac:spMkLst>
        </pc:spChg>
        <pc:spChg chg="add del">
          <ac:chgData name="김건백" userId="da0e1cd9-2c5e-4228-8907-facf07e1249b" providerId="ADAL" clId="{490768D9-CA23-40A9-900B-5BCA97CA1137}" dt="2026-08-11T02:29:07.482" v="12857" actId="478"/>
          <ac:spMkLst>
            <pc:docMk/>
            <pc:sldMk cId="479338580" sldId="296"/>
            <ac:spMk id="22" creationId="{A85568BA-A506-4104-A775-4424907A1CF1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23" creationId="{6F9109AF-DA7D-4107-82A3-540318068DFF}"/>
          </ac:spMkLst>
        </pc:spChg>
        <pc:spChg chg="add mod">
          <ac:chgData name="김건백" userId="da0e1cd9-2c5e-4228-8907-facf07e1249b" providerId="ADAL" clId="{490768D9-CA23-40A9-900B-5BCA97CA1137}" dt="2026-08-11T02:29:52.319" v="12931" actId="14100"/>
          <ac:spMkLst>
            <pc:docMk/>
            <pc:sldMk cId="479338580" sldId="296"/>
            <ac:spMk id="26" creationId="{01537FCD-65BB-43A1-ADF3-77835A255CFD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30" creationId="{F44E860B-F669-4058-A6C5-F713E3BDD9D6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31" creationId="{1D2AB6AF-00A4-4E2E-AF82-5F9EF4B31638}"/>
          </ac:spMkLst>
        </pc:spChg>
        <pc:spChg chg="del">
          <ac:chgData name="김건백" userId="da0e1cd9-2c5e-4228-8907-facf07e1249b" providerId="ADAL" clId="{490768D9-CA23-40A9-900B-5BCA97CA1137}" dt="2026-08-11T02:25:50.692" v="12768" actId="478"/>
          <ac:spMkLst>
            <pc:docMk/>
            <pc:sldMk cId="479338580" sldId="296"/>
            <ac:spMk id="32" creationId="{27DC277D-F6B9-40DD-B51D-8C0C3336EC54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3" creationId="{386D943D-3A52-497F-B9AF-BDFD012D39EA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5" creationId="{621A7C8B-0689-4F9B-9733-3B20B2B85ECB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6" creationId="{C82D42B3-EED3-49D2-861D-02B15F98B2D1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7" creationId="{0E3F6BA2-B895-423A-BB9E-A8571996D6AA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8" creationId="{3C156AF9-5BEA-4D9B-BB39-CA0A4EFD7B46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39" creationId="{54558AC5-6DD8-44CC-B6EC-FA13D2AE8510}"/>
          </ac:spMkLst>
        </pc:spChg>
        <pc:spChg chg="del">
          <ac:chgData name="김건백" userId="da0e1cd9-2c5e-4228-8907-facf07e1249b" providerId="ADAL" clId="{490768D9-CA23-40A9-900B-5BCA97CA1137}" dt="2026-08-11T02:25:56.584" v="12769" actId="478"/>
          <ac:spMkLst>
            <pc:docMk/>
            <pc:sldMk cId="479338580" sldId="296"/>
            <ac:spMk id="40" creationId="{2739FCB4-677B-4C8C-9D48-318B1F7C6C4C}"/>
          </ac:spMkLst>
        </pc:spChg>
        <pc:picChg chg="add mod ord">
          <ac:chgData name="김건백" userId="da0e1cd9-2c5e-4228-8907-facf07e1249b" providerId="ADAL" clId="{490768D9-CA23-40A9-900B-5BCA97CA1137}" dt="2026-08-11T02:30:00.623" v="12936" actId="1076"/>
          <ac:picMkLst>
            <pc:docMk/>
            <pc:sldMk cId="479338580" sldId="296"/>
            <ac:picMk id="3" creationId="{3D79EE95-365C-41EF-8ADA-6EABB9D8EFE4}"/>
          </ac:picMkLst>
        </pc:picChg>
        <pc:picChg chg="add mod ord">
          <ac:chgData name="김건백" userId="da0e1cd9-2c5e-4228-8907-facf07e1249b" providerId="ADAL" clId="{490768D9-CA23-40A9-900B-5BCA97CA1137}" dt="2026-08-11T02:30:02.024" v="12937" actId="1076"/>
          <ac:picMkLst>
            <pc:docMk/>
            <pc:sldMk cId="479338580" sldId="296"/>
            <ac:picMk id="4" creationId="{AE10F99A-7101-49B2-B098-B47831EC5724}"/>
          </ac:picMkLst>
        </pc:picChg>
        <pc:cxnChg chg="del">
          <ac:chgData name="김건백" userId="da0e1cd9-2c5e-4228-8907-facf07e1249b" providerId="ADAL" clId="{490768D9-CA23-40A9-900B-5BCA97CA1137}" dt="2026-08-11T02:25:50.692" v="12768" actId="478"/>
          <ac:cxnSpMkLst>
            <pc:docMk/>
            <pc:sldMk cId="479338580" sldId="296"/>
            <ac:cxnSpMk id="15" creationId="{C08E3D79-B476-419E-ADF0-A2B3763BF2B9}"/>
          </ac:cxnSpMkLst>
        </pc:cxnChg>
        <pc:cxnChg chg="del">
          <ac:chgData name="김건백" userId="da0e1cd9-2c5e-4228-8907-facf07e1249b" providerId="ADAL" clId="{490768D9-CA23-40A9-900B-5BCA97CA1137}" dt="2026-08-11T02:25:50.692" v="12768" actId="478"/>
          <ac:cxnSpMkLst>
            <pc:docMk/>
            <pc:sldMk cId="479338580" sldId="296"/>
            <ac:cxnSpMk id="16" creationId="{01DB6BC1-2092-483A-8831-FB19E6BCEE15}"/>
          </ac:cxnSpMkLst>
        </pc:cxnChg>
        <pc:cxnChg chg="del">
          <ac:chgData name="김건백" userId="da0e1cd9-2c5e-4228-8907-facf07e1249b" providerId="ADAL" clId="{490768D9-CA23-40A9-900B-5BCA97CA1137}" dt="2026-08-11T02:25:50.692" v="12768" actId="478"/>
          <ac:cxnSpMkLst>
            <pc:docMk/>
            <pc:sldMk cId="479338580" sldId="296"/>
            <ac:cxnSpMk id="24" creationId="{3E12FDBE-6CCE-49ED-A948-5E172260BECA}"/>
          </ac:cxnSpMkLst>
        </pc:cxnChg>
        <pc:cxnChg chg="del">
          <ac:chgData name="김건백" userId="da0e1cd9-2c5e-4228-8907-facf07e1249b" providerId="ADAL" clId="{490768D9-CA23-40A9-900B-5BCA97CA1137}" dt="2026-08-11T02:25:50.692" v="12768" actId="478"/>
          <ac:cxnSpMkLst>
            <pc:docMk/>
            <pc:sldMk cId="479338580" sldId="296"/>
            <ac:cxnSpMk id="25" creationId="{A1D3C838-BF5B-4B0A-8466-8CD0CDC836E7}"/>
          </ac:cxnSpMkLst>
        </pc:cxnChg>
      </pc:sldChg>
      <pc:sldChg chg="addSp delSp modSp add">
        <pc:chgData name="김건백" userId="da0e1cd9-2c5e-4228-8907-facf07e1249b" providerId="ADAL" clId="{490768D9-CA23-40A9-900B-5BCA97CA1137}" dt="2026-08-11T02:36:30.697" v="13120" actId="1076"/>
        <pc:sldMkLst>
          <pc:docMk/>
          <pc:sldMk cId="597685854" sldId="297"/>
        </pc:sldMkLst>
        <pc:spChg chg="del mod topLvl">
          <ac:chgData name="김건백" userId="da0e1cd9-2c5e-4228-8907-facf07e1249b" providerId="ADAL" clId="{490768D9-CA23-40A9-900B-5BCA97CA1137}" dt="2026-08-11T02:31:02.007" v="12975" actId="478"/>
          <ac:spMkLst>
            <pc:docMk/>
            <pc:sldMk cId="597685854" sldId="297"/>
            <ac:spMk id="8" creationId="{B62A8E2F-FB20-4C68-9809-C64169CE5649}"/>
          </ac:spMkLst>
        </pc:spChg>
        <pc:spChg chg="mod topLvl">
          <ac:chgData name="김건백" userId="da0e1cd9-2c5e-4228-8907-facf07e1249b" providerId="ADAL" clId="{490768D9-CA23-40A9-900B-5BCA97CA1137}" dt="2026-08-11T02:33:58.315" v="13038" actId="1076"/>
          <ac:spMkLst>
            <pc:docMk/>
            <pc:sldMk cId="597685854" sldId="297"/>
            <ac:spMk id="11" creationId="{D0B1B720-8A2E-4D26-B374-04E44D39CACD}"/>
          </ac:spMkLst>
        </pc:spChg>
        <pc:spChg chg="mod topLvl">
          <ac:chgData name="김건백" userId="da0e1cd9-2c5e-4228-8907-facf07e1249b" providerId="ADAL" clId="{490768D9-CA23-40A9-900B-5BCA97CA1137}" dt="2026-08-11T02:33:58.315" v="13038" actId="1076"/>
          <ac:spMkLst>
            <pc:docMk/>
            <pc:sldMk cId="597685854" sldId="297"/>
            <ac:spMk id="12" creationId="{E47CA231-6D06-42EA-AB7A-16957A53CEBA}"/>
          </ac:spMkLst>
        </pc:spChg>
        <pc:spChg chg="del mod topLvl">
          <ac:chgData name="김건백" userId="da0e1cd9-2c5e-4228-8907-facf07e1249b" providerId="ADAL" clId="{490768D9-CA23-40A9-900B-5BCA97CA1137}" dt="2026-08-11T02:31:02.007" v="12975" actId="478"/>
          <ac:spMkLst>
            <pc:docMk/>
            <pc:sldMk cId="597685854" sldId="297"/>
            <ac:spMk id="13" creationId="{CAAD378D-06D6-43AD-BA98-F072F09835B8}"/>
          </ac:spMkLst>
        </pc:spChg>
        <pc:spChg chg="del mod topLvl">
          <ac:chgData name="김건백" userId="da0e1cd9-2c5e-4228-8907-facf07e1249b" providerId="ADAL" clId="{490768D9-CA23-40A9-900B-5BCA97CA1137}" dt="2026-08-11T02:31:00.367" v="12974" actId="478"/>
          <ac:spMkLst>
            <pc:docMk/>
            <pc:sldMk cId="597685854" sldId="297"/>
            <ac:spMk id="14" creationId="{E1DE9CC1-2F7C-4170-BE60-7ABD2C52021E}"/>
          </ac:spMkLst>
        </pc:spChg>
        <pc:spChg chg="mod topLvl">
          <ac:chgData name="김건백" userId="da0e1cd9-2c5e-4228-8907-facf07e1249b" providerId="ADAL" clId="{490768D9-CA23-40A9-900B-5BCA97CA1137}" dt="2026-08-11T02:33:58.315" v="13038" actId="1076"/>
          <ac:spMkLst>
            <pc:docMk/>
            <pc:sldMk cId="597685854" sldId="297"/>
            <ac:spMk id="15" creationId="{729DDAFD-E612-44F9-9BD7-98C6D5757DFE}"/>
          </ac:spMkLst>
        </pc:spChg>
        <pc:spChg chg="del mod topLvl">
          <ac:chgData name="김건백" userId="da0e1cd9-2c5e-4228-8907-facf07e1249b" providerId="ADAL" clId="{490768D9-CA23-40A9-900B-5BCA97CA1137}" dt="2026-08-11T02:31:06.707" v="12976" actId="478"/>
          <ac:spMkLst>
            <pc:docMk/>
            <pc:sldMk cId="597685854" sldId="297"/>
            <ac:spMk id="16" creationId="{1A251F30-B41A-4367-8EEF-AC438929541A}"/>
          </ac:spMkLst>
        </pc:spChg>
        <pc:spChg chg="del mod topLvl">
          <ac:chgData name="김건백" userId="da0e1cd9-2c5e-4228-8907-facf07e1249b" providerId="ADAL" clId="{490768D9-CA23-40A9-900B-5BCA97CA1137}" dt="2026-08-11T02:30:58.222" v="12973" actId="478"/>
          <ac:spMkLst>
            <pc:docMk/>
            <pc:sldMk cId="597685854" sldId="297"/>
            <ac:spMk id="17" creationId="{71587C92-9D08-46E1-B83E-FE8DC21024C4}"/>
          </ac:spMkLst>
        </pc:spChg>
        <pc:spChg chg="add del mod">
          <ac:chgData name="김건백" userId="da0e1cd9-2c5e-4228-8907-facf07e1249b" providerId="ADAL" clId="{490768D9-CA23-40A9-900B-5BCA97CA1137}" dt="2026-08-11T02:32:45.469" v="13017" actId="478"/>
          <ac:spMkLst>
            <pc:docMk/>
            <pc:sldMk cId="597685854" sldId="297"/>
            <ac:spMk id="21" creationId="{F50A0417-528B-4D5A-8FBC-C80B092ED186}"/>
          </ac:spMkLst>
        </pc:spChg>
        <pc:spChg chg="add mod">
          <ac:chgData name="김건백" userId="da0e1cd9-2c5e-4228-8907-facf07e1249b" providerId="ADAL" clId="{490768D9-CA23-40A9-900B-5BCA97CA1137}" dt="2026-08-11T02:33:58.315" v="13038" actId="1076"/>
          <ac:spMkLst>
            <pc:docMk/>
            <pc:sldMk cId="597685854" sldId="297"/>
            <ac:spMk id="22" creationId="{80EFF0C0-76CF-45F7-B4A9-1A03B896F3C5}"/>
          </ac:spMkLst>
        </pc:spChg>
        <pc:spChg chg="add mod">
          <ac:chgData name="김건백" userId="da0e1cd9-2c5e-4228-8907-facf07e1249b" providerId="ADAL" clId="{490768D9-CA23-40A9-900B-5BCA97CA1137}" dt="2026-08-11T02:35:43.559" v="13090" actId="1076"/>
          <ac:spMkLst>
            <pc:docMk/>
            <pc:sldMk cId="597685854" sldId="297"/>
            <ac:spMk id="23" creationId="{F9F166B6-B2E8-4CB4-8AD4-1270D65E6372}"/>
          </ac:spMkLst>
        </pc:spChg>
        <pc:spChg chg="add mod">
          <ac:chgData name="김건백" userId="da0e1cd9-2c5e-4228-8907-facf07e1249b" providerId="ADAL" clId="{490768D9-CA23-40A9-900B-5BCA97CA1137}" dt="2026-08-11T02:33:58.315" v="13038" actId="1076"/>
          <ac:spMkLst>
            <pc:docMk/>
            <pc:sldMk cId="597685854" sldId="297"/>
            <ac:spMk id="24" creationId="{A4F168B7-C728-441C-943F-0BC6AC024042}"/>
          </ac:spMkLst>
        </pc:spChg>
        <pc:spChg chg="add">
          <ac:chgData name="김건백" userId="da0e1cd9-2c5e-4228-8907-facf07e1249b" providerId="ADAL" clId="{490768D9-CA23-40A9-900B-5BCA97CA1137}" dt="2026-08-11T02:34:11.522" v="13039"/>
          <ac:spMkLst>
            <pc:docMk/>
            <pc:sldMk cId="597685854" sldId="297"/>
            <ac:spMk id="25" creationId="{EEE848D2-5369-4AD6-A70C-40ADAC59BD34}"/>
          </ac:spMkLst>
        </pc:spChg>
        <pc:spChg chg="mod">
          <ac:chgData name="김건백" userId="da0e1cd9-2c5e-4228-8907-facf07e1249b" providerId="ADAL" clId="{490768D9-CA23-40A9-900B-5BCA97CA1137}" dt="2026-08-11T02:30:30.180" v="12962"/>
          <ac:spMkLst>
            <pc:docMk/>
            <pc:sldMk cId="597685854" sldId="297"/>
            <ac:spMk id="26" creationId="{01537FCD-65BB-43A1-ADF3-77835A255CFD}"/>
          </ac:spMkLst>
        </pc:spChg>
        <pc:spChg chg="add del">
          <ac:chgData name="김건백" userId="da0e1cd9-2c5e-4228-8907-facf07e1249b" providerId="ADAL" clId="{490768D9-CA23-40A9-900B-5BCA97CA1137}" dt="2026-08-11T02:34:14.952" v="13040" actId="478"/>
          <ac:spMkLst>
            <pc:docMk/>
            <pc:sldMk cId="597685854" sldId="297"/>
            <ac:spMk id="27" creationId="{7846C90E-18C7-458F-B156-128F0DD6AF5C}"/>
          </ac:spMkLst>
        </pc:spChg>
        <pc:spChg chg="add del">
          <ac:chgData name="김건백" userId="da0e1cd9-2c5e-4228-8907-facf07e1249b" providerId="ADAL" clId="{490768D9-CA23-40A9-900B-5BCA97CA1137}" dt="2026-08-11T02:34:14.952" v="13040" actId="478"/>
          <ac:spMkLst>
            <pc:docMk/>
            <pc:sldMk cId="597685854" sldId="297"/>
            <ac:spMk id="28" creationId="{E8DBB7AA-52DC-4EC1-AF6E-68BD60BDFF9E}"/>
          </ac:spMkLst>
        </pc:spChg>
        <pc:spChg chg="add del">
          <ac:chgData name="김건백" userId="da0e1cd9-2c5e-4228-8907-facf07e1249b" providerId="ADAL" clId="{490768D9-CA23-40A9-900B-5BCA97CA1137}" dt="2026-08-11T02:34:14.952" v="13040" actId="478"/>
          <ac:spMkLst>
            <pc:docMk/>
            <pc:sldMk cId="597685854" sldId="297"/>
            <ac:spMk id="29" creationId="{93BA9719-AF05-43C1-ABE4-0E3051D3AF35}"/>
          </ac:spMkLst>
        </pc:spChg>
        <pc:spChg chg="add del">
          <ac:chgData name="김건백" userId="da0e1cd9-2c5e-4228-8907-facf07e1249b" providerId="ADAL" clId="{490768D9-CA23-40A9-900B-5BCA97CA1137}" dt="2026-08-11T02:34:14.952" v="13040" actId="478"/>
          <ac:spMkLst>
            <pc:docMk/>
            <pc:sldMk cId="597685854" sldId="297"/>
            <ac:spMk id="30" creationId="{A4523938-F114-472F-A46E-BFC72BAB288F}"/>
          </ac:spMkLst>
        </pc:spChg>
        <pc:spChg chg="add del">
          <ac:chgData name="김건백" userId="da0e1cd9-2c5e-4228-8907-facf07e1249b" providerId="ADAL" clId="{490768D9-CA23-40A9-900B-5BCA97CA1137}" dt="2026-08-11T02:34:14.952" v="13040" actId="478"/>
          <ac:spMkLst>
            <pc:docMk/>
            <pc:sldMk cId="597685854" sldId="297"/>
            <ac:spMk id="31" creationId="{9083314F-F076-4E73-8C21-5EC8539FA086}"/>
          </ac:spMkLst>
        </pc:spChg>
        <pc:spChg chg="add mod">
          <ac:chgData name="김건백" userId="da0e1cd9-2c5e-4228-8907-facf07e1249b" providerId="ADAL" clId="{490768D9-CA23-40A9-900B-5BCA97CA1137}" dt="2026-08-11T02:36:23.975" v="13119" actId="1076"/>
          <ac:spMkLst>
            <pc:docMk/>
            <pc:sldMk cId="597685854" sldId="297"/>
            <ac:spMk id="32" creationId="{BC7034DF-7D36-4701-9ABD-A5666F57E5CA}"/>
          </ac:spMkLst>
        </pc:spChg>
        <pc:spChg chg="add mod">
          <ac:chgData name="김건백" userId="da0e1cd9-2c5e-4228-8907-facf07e1249b" providerId="ADAL" clId="{490768D9-CA23-40A9-900B-5BCA97CA1137}" dt="2026-08-11T02:36:30.697" v="13120" actId="1076"/>
          <ac:spMkLst>
            <pc:docMk/>
            <pc:sldMk cId="597685854" sldId="297"/>
            <ac:spMk id="33" creationId="{133373BF-E2C9-4724-B5FD-0E7A8EE16A85}"/>
          </ac:spMkLst>
        </pc:spChg>
        <pc:grpChg chg="add del">
          <ac:chgData name="김건백" userId="da0e1cd9-2c5e-4228-8907-facf07e1249b" providerId="ADAL" clId="{490768D9-CA23-40A9-900B-5BCA97CA1137}" dt="2026-08-11T02:30:55.866" v="12971" actId="165"/>
          <ac:grpSpMkLst>
            <pc:docMk/>
            <pc:sldMk cId="597685854" sldId="297"/>
            <ac:grpSpMk id="7" creationId="{825E9B8B-577A-4290-8B5B-48EF02C0F313}"/>
          </ac:grpSpMkLst>
        </pc:grpChg>
        <pc:picChg chg="del mod">
          <ac:chgData name="김건백" userId="da0e1cd9-2c5e-4228-8907-facf07e1249b" providerId="ADAL" clId="{490768D9-CA23-40A9-900B-5BCA97CA1137}" dt="2026-08-11T02:30:31.183" v="12964" actId="478"/>
          <ac:picMkLst>
            <pc:docMk/>
            <pc:sldMk cId="597685854" sldId="297"/>
            <ac:picMk id="3" creationId="{3D79EE95-365C-41EF-8ADA-6EABB9D8EFE4}"/>
          </ac:picMkLst>
        </pc:picChg>
        <pc:picChg chg="del">
          <ac:chgData name="김건백" userId="da0e1cd9-2c5e-4228-8907-facf07e1249b" providerId="ADAL" clId="{490768D9-CA23-40A9-900B-5BCA97CA1137}" dt="2026-08-11T02:30:31.670" v="12965" actId="478"/>
          <ac:picMkLst>
            <pc:docMk/>
            <pc:sldMk cId="597685854" sldId="297"/>
            <ac:picMk id="4" creationId="{AE10F99A-7101-49B2-B098-B47831EC5724}"/>
          </ac:picMkLst>
        </pc:picChg>
        <pc:cxnChg chg="add mod">
          <ac:chgData name="김건백" userId="da0e1cd9-2c5e-4228-8907-facf07e1249b" providerId="ADAL" clId="{490768D9-CA23-40A9-900B-5BCA97CA1137}" dt="2026-08-11T02:33:58.315" v="13038" actId="1076"/>
          <ac:cxnSpMkLst>
            <pc:docMk/>
            <pc:sldMk cId="597685854" sldId="297"/>
            <ac:cxnSpMk id="6" creationId="{93B18998-5FFC-4FBD-9D14-9CF2E2CB89B0}"/>
          </ac:cxnSpMkLst>
        </pc:cxnChg>
        <pc:cxnChg chg="mod topLvl">
          <ac:chgData name="김건백" userId="da0e1cd9-2c5e-4228-8907-facf07e1249b" providerId="ADAL" clId="{490768D9-CA23-40A9-900B-5BCA97CA1137}" dt="2026-08-11T02:33:58.315" v="13038" actId="1076"/>
          <ac:cxnSpMkLst>
            <pc:docMk/>
            <pc:sldMk cId="597685854" sldId="297"/>
            <ac:cxnSpMk id="9" creationId="{95736A77-2BF6-4D2C-9EC3-F8E8684E0B89}"/>
          </ac:cxnSpMkLst>
        </pc:cxnChg>
        <pc:cxnChg chg="mod topLvl">
          <ac:chgData name="김건백" userId="da0e1cd9-2c5e-4228-8907-facf07e1249b" providerId="ADAL" clId="{490768D9-CA23-40A9-900B-5BCA97CA1137}" dt="2026-08-11T02:33:58.315" v="13038" actId="1076"/>
          <ac:cxnSpMkLst>
            <pc:docMk/>
            <pc:sldMk cId="597685854" sldId="297"/>
            <ac:cxnSpMk id="10" creationId="{DEAE8A12-B47C-42EE-B1B9-17436C14442C}"/>
          </ac:cxnSpMkLst>
        </pc:cxnChg>
        <pc:cxnChg chg="del mod topLvl">
          <ac:chgData name="김건백" userId="da0e1cd9-2c5e-4228-8907-facf07e1249b" providerId="ADAL" clId="{490768D9-CA23-40A9-900B-5BCA97CA1137}" dt="2026-08-11T02:30:57.614" v="12972" actId="478"/>
          <ac:cxnSpMkLst>
            <pc:docMk/>
            <pc:sldMk cId="597685854" sldId="297"/>
            <ac:cxnSpMk id="18" creationId="{E90B8534-04C7-4F28-B68D-FB8ADD96F10D}"/>
          </ac:cxnSpMkLst>
        </pc:cxnChg>
        <pc:cxnChg chg="add del mod">
          <ac:chgData name="김건백" userId="da0e1cd9-2c5e-4228-8907-facf07e1249b" providerId="ADAL" clId="{490768D9-CA23-40A9-900B-5BCA97CA1137}" dt="2026-08-11T02:32:23.758" v="13007" actId="478"/>
          <ac:cxnSpMkLst>
            <pc:docMk/>
            <pc:sldMk cId="597685854" sldId="297"/>
            <ac:cxnSpMk id="20" creationId="{90522144-A41D-4743-8F1F-8359AA6CD938}"/>
          </ac:cxnSpMkLst>
        </pc:cxnChg>
      </pc:sldChg>
      <pc:sldChg chg="addSp delSp modSp add ord modNotesTx">
        <pc:chgData name="김건백" userId="da0e1cd9-2c5e-4228-8907-facf07e1249b" providerId="ADAL" clId="{490768D9-CA23-40A9-900B-5BCA97CA1137}" dt="2026-08-11T03:29:27.668" v="14749" actId="20577"/>
        <pc:sldMkLst>
          <pc:docMk/>
          <pc:sldMk cId="61221179" sldId="298"/>
        </pc:sldMkLst>
        <pc:spChg chg="mod">
          <ac:chgData name="김건백" userId="da0e1cd9-2c5e-4228-8907-facf07e1249b" providerId="ADAL" clId="{490768D9-CA23-40A9-900B-5BCA97CA1137}" dt="2026-08-11T03:26:34.228" v="14608" actId="1076"/>
          <ac:spMkLst>
            <pc:docMk/>
            <pc:sldMk cId="61221179" sldId="298"/>
            <ac:spMk id="2" creationId="{653B49F8-2004-43C0-9C32-A2FD21657520}"/>
          </ac:spMkLst>
        </pc:spChg>
        <pc:spChg chg="add mod">
          <ac:chgData name="김건백" userId="da0e1cd9-2c5e-4228-8907-facf07e1249b" providerId="ADAL" clId="{490768D9-CA23-40A9-900B-5BCA97CA1137}" dt="2026-08-11T03:26:38.935" v="14609" actId="1076"/>
          <ac:spMkLst>
            <pc:docMk/>
            <pc:sldMk cId="61221179" sldId="298"/>
            <ac:spMk id="4" creationId="{DF1D90BB-A7AA-4BCD-BDCF-8FA5E0962517}"/>
          </ac:spMkLst>
        </pc:spChg>
        <pc:spChg chg="add mod">
          <ac:chgData name="김건백" userId="da0e1cd9-2c5e-4228-8907-facf07e1249b" providerId="ADAL" clId="{490768D9-CA23-40A9-900B-5BCA97CA1137}" dt="2026-08-11T02:50:33.006" v="13216"/>
          <ac:spMkLst>
            <pc:docMk/>
            <pc:sldMk cId="61221179" sldId="298"/>
            <ac:spMk id="5" creationId="{8E183E66-9620-4AC1-8EBF-CF900BC64861}"/>
          </ac:spMkLst>
        </pc:spChg>
        <pc:spChg chg="add mod">
          <ac:chgData name="김건백" userId="da0e1cd9-2c5e-4228-8907-facf07e1249b" providerId="ADAL" clId="{490768D9-CA23-40A9-900B-5BCA97CA1137}" dt="2026-08-11T03:26:38.935" v="14609" actId="1076"/>
          <ac:spMkLst>
            <pc:docMk/>
            <pc:sldMk cId="61221179" sldId="298"/>
            <ac:spMk id="6" creationId="{B542418B-D259-4A57-AE8B-04323E0250D9}"/>
          </ac:spMkLst>
        </pc:spChg>
        <pc:spChg chg="add mod">
          <ac:chgData name="김건백" userId="da0e1cd9-2c5e-4228-8907-facf07e1249b" providerId="ADAL" clId="{490768D9-CA23-40A9-900B-5BCA97CA1137}" dt="2026-08-11T03:26:38.935" v="14609" actId="1076"/>
          <ac:spMkLst>
            <pc:docMk/>
            <pc:sldMk cId="61221179" sldId="298"/>
            <ac:spMk id="7" creationId="{EE64B6A7-C371-4EE1-B649-C0549EB79CEA}"/>
          </ac:spMkLst>
        </pc:spChg>
        <pc:spChg chg="add mod">
          <ac:chgData name="김건백" userId="da0e1cd9-2c5e-4228-8907-facf07e1249b" providerId="ADAL" clId="{490768D9-CA23-40A9-900B-5BCA97CA1137}" dt="2026-08-11T03:26:42.903" v="14611" actId="571"/>
          <ac:spMkLst>
            <pc:docMk/>
            <pc:sldMk cId="61221179" sldId="298"/>
            <ac:spMk id="9" creationId="{DDC7FAC0-BB15-419D-8355-F31E6631148F}"/>
          </ac:spMkLst>
        </pc:spChg>
        <pc:graphicFrameChg chg="del">
          <ac:chgData name="김건백" userId="da0e1cd9-2c5e-4228-8907-facf07e1249b" providerId="ADAL" clId="{490768D9-CA23-40A9-900B-5BCA97CA1137}" dt="2026-08-11T02:48:01.042" v="13154" actId="478"/>
          <ac:graphicFrameMkLst>
            <pc:docMk/>
            <pc:sldMk cId="61221179" sldId="298"/>
            <ac:graphicFrameMk id="12" creationId="{78D14801-CF23-4990-9F71-85C8AD4C81EE}"/>
          </ac:graphicFrameMkLst>
        </pc:graphicFrameChg>
        <pc:picChg chg="add mod">
          <ac:chgData name="김건백" userId="da0e1cd9-2c5e-4228-8907-facf07e1249b" providerId="ADAL" clId="{490768D9-CA23-40A9-900B-5BCA97CA1137}" dt="2026-08-11T02:48:13.775" v="13157" actId="1076"/>
          <ac:picMkLst>
            <pc:docMk/>
            <pc:sldMk cId="61221179" sldId="298"/>
            <ac:picMk id="3" creationId="{408145AB-35FD-4044-8835-7F877DBC9E6D}"/>
          </ac:picMkLst>
        </pc:picChg>
      </pc:sldChg>
      <pc:sldChg chg="addSp delSp modSp add">
        <pc:chgData name="김건백" userId="da0e1cd9-2c5e-4228-8907-facf07e1249b" providerId="ADAL" clId="{490768D9-CA23-40A9-900B-5BCA97CA1137}" dt="2026-08-11T03:17:33.048" v="14506"/>
        <pc:sldMkLst>
          <pc:docMk/>
          <pc:sldMk cId="3010198188" sldId="299"/>
        </pc:sldMkLst>
        <pc:spChg chg="mod">
          <ac:chgData name="김건백" userId="da0e1cd9-2c5e-4228-8907-facf07e1249b" providerId="ADAL" clId="{490768D9-CA23-40A9-900B-5BCA97CA1137}" dt="2026-08-11T02:59:34.364" v="13304"/>
          <ac:spMkLst>
            <pc:docMk/>
            <pc:sldMk cId="3010198188" sldId="299"/>
            <ac:spMk id="2" creationId="{653B49F8-2004-43C0-9C32-A2FD21657520}"/>
          </ac:spMkLst>
        </pc:spChg>
        <pc:spChg chg="del mod">
          <ac:chgData name="김건백" userId="da0e1cd9-2c5e-4228-8907-facf07e1249b" providerId="ADAL" clId="{490768D9-CA23-40A9-900B-5BCA97CA1137}" dt="2026-08-11T03:10:17.568" v="14262"/>
          <ac:spMkLst>
            <pc:docMk/>
            <pc:sldMk cId="3010198188" sldId="299"/>
            <ac:spMk id="6" creationId="{B542418B-D259-4A57-AE8B-04323E0250D9}"/>
          </ac:spMkLst>
        </pc:spChg>
        <pc:spChg chg="del">
          <ac:chgData name="김건백" userId="da0e1cd9-2c5e-4228-8907-facf07e1249b" providerId="ADAL" clId="{490768D9-CA23-40A9-900B-5BCA97CA1137}" dt="2026-08-11T03:09:58.549" v="14256" actId="478"/>
          <ac:spMkLst>
            <pc:docMk/>
            <pc:sldMk cId="3010198188" sldId="299"/>
            <ac:spMk id="7" creationId="{EE64B6A7-C371-4EE1-B649-C0549EB79CEA}"/>
          </ac:spMkLst>
        </pc:spChg>
        <pc:spChg chg="add mod">
          <ac:chgData name="김건백" userId="da0e1cd9-2c5e-4228-8907-facf07e1249b" providerId="ADAL" clId="{490768D9-CA23-40A9-900B-5BCA97CA1137}" dt="2026-08-11T03:11:18.738" v="14356"/>
          <ac:spMkLst>
            <pc:docMk/>
            <pc:sldMk cId="3010198188" sldId="299"/>
            <ac:spMk id="9" creationId="{CBF3BCF5-4309-47C0-8333-C1F53158393A}"/>
          </ac:spMkLst>
        </pc:spChg>
        <pc:spChg chg="add mod">
          <ac:chgData name="김건백" userId="da0e1cd9-2c5e-4228-8907-facf07e1249b" providerId="ADAL" clId="{490768D9-CA23-40A9-900B-5BCA97CA1137}" dt="2026-08-11T03:12:26.712" v="14434" actId="20577"/>
          <ac:spMkLst>
            <pc:docMk/>
            <pc:sldMk cId="3010198188" sldId="299"/>
            <ac:spMk id="10" creationId="{FAF2427D-FC4D-42FC-92D6-0E9EBC6BA17C}"/>
          </ac:spMkLst>
        </pc:spChg>
        <pc:spChg chg="add mod">
          <ac:chgData name="김건백" userId="da0e1cd9-2c5e-4228-8907-facf07e1249b" providerId="ADAL" clId="{490768D9-CA23-40A9-900B-5BCA97CA1137}" dt="2026-08-11T03:17:33.048" v="14506"/>
          <ac:spMkLst>
            <pc:docMk/>
            <pc:sldMk cId="3010198188" sldId="299"/>
            <ac:spMk id="11" creationId="{61AC4394-6767-47AE-88A0-766B9D1DF322}"/>
          </ac:spMkLst>
        </pc:spChg>
        <pc:picChg chg="del">
          <ac:chgData name="김건백" userId="da0e1cd9-2c5e-4228-8907-facf07e1249b" providerId="ADAL" clId="{490768D9-CA23-40A9-900B-5BCA97CA1137}" dt="2026-08-11T02:59:36.358" v="13305" actId="478"/>
          <ac:picMkLst>
            <pc:docMk/>
            <pc:sldMk cId="3010198188" sldId="299"/>
            <ac:picMk id="3" creationId="{408145AB-35FD-4044-8835-7F877DBC9E6D}"/>
          </ac:picMkLst>
        </pc:picChg>
        <pc:picChg chg="add mod">
          <ac:chgData name="김건백" userId="da0e1cd9-2c5e-4228-8907-facf07e1249b" providerId="ADAL" clId="{490768D9-CA23-40A9-900B-5BCA97CA1137}" dt="2026-08-11T02:59:50.959" v="13308" actId="1076"/>
          <ac:picMkLst>
            <pc:docMk/>
            <pc:sldMk cId="3010198188" sldId="299"/>
            <ac:picMk id="8" creationId="{62CC65FD-2383-408D-A37E-926AADEF7DD7}"/>
          </ac:picMkLst>
        </pc:picChg>
      </pc:sldChg>
      <pc:sldChg chg="modSp add">
        <pc:chgData name="김건백" userId="da0e1cd9-2c5e-4228-8907-facf07e1249b" providerId="ADAL" clId="{490768D9-CA23-40A9-900B-5BCA97CA1137}" dt="2026-08-11T03:09:29.523" v="14246" actId="20577"/>
        <pc:sldMkLst>
          <pc:docMk/>
          <pc:sldMk cId="452679931" sldId="300"/>
        </pc:sldMkLst>
        <pc:spChg chg="mod">
          <ac:chgData name="김건백" userId="da0e1cd9-2c5e-4228-8907-facf07e1249b" providerId="ADAL" clId="{490768D9-CA23-40A9-900B-5BCA97CA1137}" dt="2026-08-11T03:02:04.158" v="13323"/>
          <ac:spMkLst>
            <pc:docMk/>
            <pc:sldMk cId="452679931" sldId="300"/>
            <ac:spMk id="2" creationId="{653B49F8-2004-43C0-9C32-A2FD21657520}"/>
          </ac:spMkLst>
        </pc:spChg>
        <pc:graphicFrameChg chg="mod">
          <ac:chgData name="김건백" userId="da0e1cd9-2c5e-4228-8907-facf07e1249b" providerId="ADAL" clId="{490768D9-CA23-40A9-900B-5BCA97CA1137}" dt="2026-08-11T03:09:29.523" v="14246" actId="20577"/>
          <ac:graphicFrameMkLst>
            <pc:docMk/>
            <pc:sldMk cId="452679931" sldId="300"/>
            <ac:graphicFrameMk id="12" creationId="{78D14801-CF23-4990-9F71-85C8AD4C81EE}"/>
          </ac:graphicFrameMkLst>
        </pc:graphicFrameChg>
      </pc:sldChg>
      <pc:sldChg chg="addSp delSp modSp add modNotesTx">
        <pc:chgData name="김건백" userId="da0e1cd9-2c5e-4228-8907-facf07e1249b" providerId="ADAL" clId="{490768D9-CA23-40A9-900B-5BCA97CA1137}" dt="2026-08-11T03:58:44.050" v="15778" actId="20577"/>
        <pc:sldMkLst>
          <pc:docMk/>
          <pc:sldMk cId="3073963465" sldId="301"/>
        </pc:sldMkLst>
        <pc:spChg chg="mod">
          <ac:chgData name="김건백" userId="da0e1cd9-2c5e-4228-8907-facf07e1249b" providerId="ADAL" clId="{490768D9-CA23-40A9-900B-5BCA97CA1137}" dt="2026-08-11T03:25:44.081" v="14606"/>
          <ac:spMkLst>
            <pc:docMk/>
            <pc:sldMk cId="3073963465" sldId="301"/>
            <ac:spMk id="2" creationId="{653B49F8-2004-43C0-9C32-A2FD21657520}"/>
          </ac:spMkLst>
        </pc:spChg>
        <pc:spChg chg="add del">
          <ac:chgData name="김건백" userId="da0e1cd9-2c5e-4228-8907-facf07e1249b" providerId="ADAL" clId="{490768D9-CA23-40A9-900B-5BCA97CA1137}" dt="2026-08-11T03:30:34.360" v="14756"/>
          <ac:spMkLst>
            <pc:docMk/>
            <pc:sldMk cId="3073963465" sldId="301"/>
            <ac:spMk id="3" creationId="{25981888-BE8C-487E-B9A3-98E284B5ED1A}"/>
          </ac:spMkLst>
        </pc:spChg>
        <pc:spChg chg="del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4" creationId="{DF1D90BB-A7AA-4BCD-BDCF-8FA5E0962517}"/>
          </ac:spMkLst>
        </pc:spChg>
        <pc:spChg chg="del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5" creationId="{8E183E66-9620-4AC1-8EBF-CF900BC64861}"/>
          </ac:spMkLst>
        </pc:spChg>
        <pc:spChg chg="add mod">
          <ac:chgData name="김건백" userId="da0e1cd9-2c5e-4228-8907-facf07e1249b" providerId="ADAL" clId="{490768D9-CA23-40A9-900B-5BCA97CA1137}" dt="2026-08-11T03:33:31.292" v="14939" actId="1076"/>
          <ac:spMkLst>
            <pc:docMk/>
            <pc:sldMk cId="3073963465" sldId="301"/>
            <ac:spMk id="6" creationId="{257BC86E-292F-480B-B98D-9C72DBEA9622}"/>
          </ac:spMkLst>
        </pc:spChg>
        <pc:spChg chg="add del">
          <ac:chgData name="김건백" userId="da0e1cd9-2c5e-4228-8907-facf07e1249b" providerId="ADAL" clId="{490768D9-CA23-40A9-900B-5BCA97CA1137}" dt="2026-08-11T03:30:38.348" v="14760"/>
          <ac:spMkLst>
            <pc:docMk/>
            <pc:sldMk cId="3073963465" sldId="301"/>
            <ac:spMk id="7" creationId="{FACBE956-F1F1-4BAD-A161-BD1638BE8491}"/>
          </ac:spMkLst>
        </pc:spChg>
        <pc:spChg chg="del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9" creationId="{CBF3BCF5-4309-47C0-8333-C1F53158393A}"/>
          </ac:spMkLst>
        </pc:spChg>
        <pc:spChg chg="del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0" creationId="{FAF2427D-FC4D-42FC-92D6-0E9EBC6BA17C}"/>
          </ac:spMkLst>
        </pc:spChg>
        <pc:spChg chg="del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1" creationId="{61AC4394-6767-47AE-88A0-766B9D1DF322}"/>
          </ac:spMkLst>
        </pc:spChg>
        <pc:spChg chg="add del mod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2" creationId="{4216AA2D-18AE-4082-A503-847CC5FF9870}"/>
          </ac:spMkLst>
        </pc:spChg>
        <pc:spChg chg="add del mod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3" creationId="{BF6551EB-2AD3-41AA-BB8E-8C82294946CD}"/>
          </ac:spMkLst>
        </pc:spChg>
        <pc:spChg chg="add del mod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4" creationId="{5383B386-4FF0-45B5-AC05-F522FE1972B2}"/>
          </ac:spMkLst>
        </pc:spChg>
        <pc:spChg chg="add del mod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5" creationId="{08BC813F-7730-42CC-B34C-CEDE08DDA61F}"/>
          </ac:spMkLst>
        </pc:spChg>
        <pc:spChg chg="add del mod">
          <ac:chgData name="김건백" userId="da0e1cd9-2c5e-4228-8907-facf07e1249b" providerId="ADAL" clId="{490768D9-CA23-40A9-900B-5BCA97CA1137}" dt="2026-08-11T03:30:25.817" v="14754" actId="478"/>
          <ac:spMkLst>
            <pc:docMk/>
            <pc:sldMk cId="3073963465" sldId="301"/>
            <ac:spMk id="16" creationId="{858B2459-1285-4550-978F-335F7BEBDBBD}"/>
          </ac:spMkLst>
        </pc:spChg>
        <pc:spChg chg="add del">
          <ac:chgData name="김건백" userId="da0e1cd9-2c5e-4228-8907-facf07e1249b" providerId="ADAL" clId="{490768D9-CA23-40A9-900B-5BCA97CA1137}" dt="2026-08-11T03:30:41.335" v="14762"/>
          <ac:spMkLst>
            <pc:docMk/>
            <pc:sldMk cId="3073963465" sldId="301"/>
            <ac:spMk id="17" creationId="{D1516944-E4AC-4A3E-A6BC-76E8A649A58A}"/>
          </ac:spMkLst>
        </pc:spChg>
        <pc:spChg chg="add del">
          <ac:chgData name="김건백" userId="da0e1cd9-2c5e-4228-8907-facf07e1249b" providerId="ADAL" clId="{490768D9-CA23-40A9-900B-5BCA97CA1137}" dt="2026-08-11T03:30:46.167" v="14764"/>
          <ac:spMkLst>
            <pc:docMk/>
            <pc:sldMk cId="3073963465" sldId="301"/>
            <ac:spMk id="18" creationId="{A601B191-BA85-4668-B1D2-992D4CFE7474}"/>
          </ac:spMkLst>
        </pc:spChg>
        <pc:spChg chg="add del mod">
          <ac:chgData name="김건백" userId="da0e1cd9-2c5e-4228-8907-facf07e1249b" providerId="ADAL" clId="{490768D9-CA23-40A9-900B-5BCA97CA1137}" dt="2026-08-11T03:30:54.774" v="14768"/>
          <ac:spMkLst>
            <pc:docMk/>
            <pc:sldMk cId="3073963465" sldId="301"/>
            <ac:spMk id="19" creationId="{08FA8F4E-66BF-451E-88D2-94326781D256}"/>
          </ac:spMkLst>
        </pc:spChg>
        <pc:spChg chg="add del">
          <ac:chgData name="김건백" userId="da0e1cd9-2c5e-4228-8907-facf07e1249b" providerId="ADAL" clId="{490768D9-CA23-40A9-900B-5BCA97CA1137}" dt="2026-08-11T03:30:57.289" v="14770"/>
          <ac:spMkLst>
            <pc:docMk/>
            <pc:sldMk cId="3073963465" sldId="301"/>
            <ac:spMk id="20" creationId="{D276AB68-81A4-43C2-8612-0048006C411F}"/>
          </ac:spMkLst>
        </pc:spChg>
        <pc:spChg chg="add del mod">
          <ac:chgData name="김건백" userId="da0e1cd9-2c5e-4228-8907-facf07e1249b" providerId="ADAL" clId="{490768D9-CA23-40A9-900B-5BCA97CA1137}" dt="2026-08-11T03:32:48.465" v="14863"/>
          <ac:spMkLst>
            <pc:docMk/>
            <pc:sldMk cId="3073963465" sldId="301"/>
            <ac:spMk id="21" creationId="{3E7B1B46-E4FC-4486-BA3F-30079D938FAB}"/>
          </ac:spMkLst>
        </pc:spChg>
        <pc:spChg chg="add mod">
          <ac:chgData name="김건백" userId="da0e1cd9-2c5e-4228-8907-facf07e1249b" providerId="ADAL" clId="{490768D9-CA23-40A9-900B-5BCA97CA1137}" dt="2026-08-11T03:33:28.944" v="14936"/>
          <ac:spMkLst>
            <pc:docMk/>
            <pc:sldMk cId="3073963465" sldId="301"/>
            <ac:spMk id="22" creationId="{84FAC139-2A5A-401A-89BC-ABA238D09F89}"/>
          </ac:spMkLst>
        </pc:spChg>
        <pc:spChg chg="add mod">
          <ac:chgData name="김건백" userId="da0e1cd9-2c5e-4228-8907-facf07e1249b" providerId="ADAL" clId="{490768D9-CA23-40A9-900B-5BCA97CA1137}" dt="2026-08-11T03:33:51.702" v="14944" actId="692"/>
          <ac:spMkLst>
            <pc:docMk/>
            <pc:sldMk cId="3073963465" sldId="301"/>
            <ac:spMk id="23" creationId="{D6CE9E1F-B6CE-4C53-9C8A-0201A1742DF1}"/>
          </ac:spMkLst>
        </pc:spChg>
        <pc:spChg chg="add mod">
          <ac:chgData name="김건백" userId="da0e1cd9-2c5e-4228-8907-facf07e1249b" providerId="ADAL" clId="{490768D9-CA23-40A9-900B-5BCA97CA1137}" dt="2026-08-11T03:34:16.494" v="14948" actId="1076"/>
          <ac:spMkLst>
            <pc:docMk/>
            <pc:sldMk cId="3073963465" sldId="301"/>
            <ac:spMk id="24" creationId="{C7FB9613-D8F9-48AA-8542-8C649DA1A46D}"/>
          </ac:spMkLst>
        </pc:spChg>
        <pc:spChg chg="add mod">
          <ac:chgData name="김건백" userId="da0e1cd9-2c5e-4228-8907-facf07e1249b" providerId="ADAL" clId="{490768D9-CA23-40A9-900B-5BCA97CA1137}" dt="2026-08-11T03:36:38.349" v="15004" actId="1076"/>
          <ac:spMkLst>
            <pc:docMk/>
            <pc:sldMk cId="3073963465" sldId="301"/>
            <ac:spMk id="40" creationId="{ED40EF8A-FB6E-4BA9-B6A6-0274BF1D200C}"/>
          </ac:spMkLst>
        </pc:spChg>
        <pc:spChg chg="add mod">
          <ac:chgData name="김건백" userId="da0e1cd9-2c5e-4228-8907-facf07e1249b" providerId="ADAL" clId="{490768D9-CA23-40A9-900B-5BCA97CA1137}" dt="2026-08-11T03:36:40.219" v="15005" actId="1076"/>
          <ac:spMkLst>
            <pc:docMk/>
            <pc:sldMk cId="3073963465" sldId="301"/>
            <ac:spMk id="41" creationId="{CF6A0AF3-72F3-42E2-8156-60C37278DBA0}"/>
          </ac:spMkLst>
        </pc:spChg>
        <pc:spChg chg="add mod">
          <ac:chgData name="김건백" userId="da0e1cd9-2c5e-4228-8907-facf07e1249b" providerId="ADAL" clId="{490768D9-CA23-40A9-900B-5BCA97CA1137}" dt="2026-08-11T03:36:34.249" v="15003" actId="1076"/>
          <ac:spMkLst>
            <pc:docMk/>
            <pc:sldMk cId="3073963465" sldId="301"/>
            <ac:spMk id="42" creationId="{91A37FB4-E517-4B0B-87AE-0EA225F0E19E}"/>
          </ac:spMkLst>
        </pc:spChg>
        <pc:spChg chg="add mod">
          <ac:chgData name="김건백" userId="da0e1cd9-2c5e-4228-8907-facf07e1249b" providerId="ADAL" clId="{490768D9-CA23-40A9-900B-5BCA97CA1137}" dt="2026-08-11T03:38:38.440" v="15101" actId="14100"/>
          <ac:spMkLst>
            <pc:docMk/>
            <pc:sldMk cId="3073963465" sldId="301"/>
            <ac:spMk id="43" creationId="{82C62701-FDAA-4904-A094-AA47B2DF2B11}"/>
          </ac:spMkLst>
        </pc:spChg>
        <pc:picChg chg="del">
          <ac:chgData name="김건백" userId="da0e1cd9-2c5e-4228-8907-facf07e1249b" providerId="ADAL" clId="{490768D9-CA23-40A9-900B-5BCA97CA1137}" dt="2026-08-11T03:30:12.934" v="14750" actId="478"/>
          <ac:picMkLst>
            <pc:docMk/>
            <pc:sldMk cId="3073963465" sldId="301"/>
            <ac:picMk id="8" creationId="{62CC65FD-2383-408D-A37E-926AADEF7DD7}"/>
          </ac:picMkLst>
        </pc:picChg>
        <pc:cxnChg chg="add mod">
          <ac:chgData name="김건백" userId="da0e1cd9-2c5e-4228-8907-facf07e1249b" providerId="ADAL" clId="{490768D9-CA23-40A9-900B-5BCA97CA1137}" dt="2026-08-11T03:35:28.097" v="14971" actId="14100"/>
          <ac:cxnSpMkLst>
            <pc:docMk/>
            <pc:sldMk cId="3073963465" sldId="301"/>
            <ac:cxnSpMk id="26" creationId="{36E56A3E-CCB4-4131-8430-2D5FEC3A984B}"/>
          </ac:cxnSpMkLst>
        </pc:cxnChg>
        <pc:cxnChg chg="add mod">
          <ac:chgData name="김건백" userId="da0e1cd9-2c5e-4228-8907-facf07e1249b" providerId="ADAL" clId="{490768D9-CA23-40A9-900B-5BCA97CA1137}" dt="2026-08-11T03:35:30.573" v="14972" actId="14100"/>
          <ac:cxnSpMkLst>
            <pc:docMk/>
            <pc:sldMk cId="3073963465" sldId="301"/>
            <ac:cxnSpMk id="33" creationId="{20FAF313-C9C6-4876-B4FF-8CA0D1989E94}"/>
          </ac:cxnSpMkLst>
        </pc:cxnChg>
      </pc:sldChg>
      <pc:sldMasterChg chg="setBg modSldLayout">
        <pc:chgData name="김건백" userId="da0e1cd9-2c5e-4228-8907-facf07e1249b" providerId="ADAL" clId="{490768D9-CA23-40A9-900B-5BCA97CA1137}" dt="2026-07-10T05:38:34.057" v="2220"/>
        <pc:sldMasterMkLst>
          <pc:docMk/>
          <pc:sldMasterMk cId="3540746927" sldId="2147483684"/>
        </pc:sldMasterMkLst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972722429" sldId="2147483685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3577664234" sldId="2147483686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3746828882" sldId="2147483687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1344689831" sldId="2147483688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708153589" sldId="2147483689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4032164176" sldId="2147483690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2194743902" sldId="2147483691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4061507767" sldId="2147483692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2022650475" sldId="2147483693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1559250965" sldId="2147483694"/>
          </pc:sldLayoutMkLst>
        </pc:sldLayoutChg>
        <pc:sldLayoutChg chg="setBg">
          <pc:chgData name="김건백" userId="da0e1cd9-2c5e-4228-8907-facf07e1249b" providerId="ADAL" clId="{490768D9-CA23-40A9-900B-5BCA97CA1137}" dt="2026-07-10T05:38:34.057" v="2220"/>
          <pc:sldLayoutMkLst>
            <pc:docMk/>
            <pc:sldMasterMk cId="3540746927" sldId="2147483684"/>
            <pc:sldLayoutMk cId="1884837549" sldId="2147483695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1.png"/><Relationship Id="rId1" Type="http://schemas.openxmlformats.org/officeDocument/2006/relationships/image" Target="../media/image681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b="1" dirty="0"/>
            <a:t>정지 마찰력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/>
      <dgm:spPr/>
      <dgm:t>
        <a:bodyPr/>
        <a:lstStyle/>
        <a:p>
          <a:pPr latinLnBrk="1"/>
          <a:r>
            <a:rPr lang="ko-KR" altLang="en-US" dirty="0"/>
            <a:t> 외력과 같은 크기</a:t>
          </a:r>
          <a:r>
            <a:rPr lang="en-US" altLang="ko-KR" dirty="0"/>
            <a:t>, </a:t>
          </a:r>
          <a:r>
            <a:rPr lang="ko-KR" altLang="en-US" dirty="0"/>
            <a:t>반대 방향</a:t>
          </a:r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b="1" dirty="0"/>
            <a:t>운동 마찰력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/>
      <dgm:spPr/>
      <dgm:t>
        <a:bodyPr/>
        <a:lstStyle/>
        <a:p>
          <a:pPr latinLnBrk="1"/>
          <a:r>
            <a:rPr lang="ko-KR" altLang="en-US" dirty="0"/>
            <a:t> 일정한 크기</a:t>
          </a:r>
          <a:r>
            <a:rPr lang="en-US" altLang="ko-KR" dirty="0"/>
            <a:t>, </a:t>
          </a:r>
          <a:r>
            <a:rPr lang="ko-KR" altLang="en-US" dirty="0"/>
            <a:t>외력과 반대 방향</a:t>
          </a:r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DDA78FE-1B7A-46DA-BE37-848A0430EED2}">
          <dgm:prSet phldrT="[텍스트]"/>
          <dgm:spPr/>
          <dgm:t>
            <a:bodyPr/>
            <a:lstStyle/>
            <a:p>
              <a:pPr latinLnBrk="1"/>
              <a:r>
                <a:rPr lang="ko-KR" altLang="en-US" dirty="0"/>
                <a:t> 최대 정지 마찰력 </a:t>
              </a:r>
              <a:r>
                <a:rPr lang="en-US" altLang="ko-KR" dirty="0"/>
                <a:t>=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ko-KR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</m:sub>
                  </m:sSub>
                  <m:r>
                    <a:rPr lang="en-US" altLang="ko-KR" b="0" i="1" smtClean="0">
                      <a:latin typeface="Cambria Math" panose="02040503050406030204" pitchFamily="18" charset="0"/>
                    </a:rPr>
                    <m:t>𝑁</m:t>
                  </m:r>
                </m:oMath>
              </a14:m>
              <a:endParaRPr lang="ko-KR" altLang="en-US" dirty="0"/>
            </a:p>
          </dgm:t>
        </dgm:pt>
      </mc:Choice>
      <mc:Fallback xmlns="">
        <dgm:pt modelId="{9DDA78FE-1B7A-46DA-BE37-848A0430EED2}">
          <dgm:prSet phldrT="[텍스트]"/>
          <dgm:spPr/>
          <dgm:t>
            <a:bodyPr/>
            <a:lstStyle/>
            <a:p>
              <a:pPr latinLnBrk="1"/>
              <a:r>
                <a:rPr lang="ko-KR" altLang="en-US" dirty="0"/>
                <a:t> 최대 정지 마찰력 </a:t>
              </a:r>
              <a:r>
                <a:rPr lang="en-US" altLang="ko-KR" dirty="0"/>
                <a:t>= </a:t>
              </a:r>
              <a:r>
                <a:rPr lang="en-US" altLang="ko-KR" b="0" i="0">
                  <a:latin typeface="Cambria Math" panose="02040503050406030204" pitchFamily="18" charset="0"/>
                </a:rPr>
                <a:t>𝜇_𝑠 𝑁</a:t>
              </a:r>
              <a:endParaRPr lang="ko-KR" altLang="en-US" dirty="0"/>
            </a:p>
          </dgm:t>
        </dgm:pt>
      </mc:Fallback>
    </mc:AlternateContent>
    <dgm:pt modelId="{1497FA1C-4918-45B3-9F55-5A493C821FBE}" type="par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9FF482E0-F054-4CF7-B78F-53CE9B3E1CCF}" type="sib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DE4B777-BEEF-4F42-8EE6-597F70F45637}">
          <dgm:prSet phldrT="[텍스트]"/>
          <dgm:spPr/>
          <dgm:t>
            <a:bodyPr/>
            <a:lstStyle/>
            <a:p>
              <a:pPr latinLnBrk="1"/>
              <a:r>
                <a:rPr lang="ko-KR" altLang="en-US" dirty="0"/>
                <a:t> 운동 마찰력 </a:t>
              </a:r>
              <a:r>
                <a:rPr lang="en-US" altLang="ko-KR" dirty="0"/>
                <a:t>=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ko-KR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 lang="en-US" altLang="ko-KR" b="0" i="1" smtClean="0">
                      <a:latin typeface="Cambria Math" panose="02040503050406030204" pitchFamily="18" charset="0"/>
                    </a:rPr>
                    <m:t>𝑁</m:t>
                  </m:r>
                </m:oMath>
              </a14:m>
              <a:endParaRPr lang="ko-KR" altLang="en-US" dirty="0"/>
            </a:p>
          </dgm:t>
        </dgm:pt>
      </mc:Choice>
      <mc:Fallback xmlns="">
        <dgm:pt modelId="{EDE4B777-BEEF-4F42-8EE6-597F70F45637}">
          <dgm:prSet phldrT="[텍스트]"/>
          <dgm:spPr/>
          <dgm:t>
            <a:bodyPr/>
            <a:lstStyle/>
            <a:p>
              <a:pPr latinLnBrk="1"/>
              <a:r>
                <a:rPr lang="ko-KR" altLang="en-US" dirty="0"/>
                <a:t> 운동 마찰력 </a:t>
              </a:r>
              <a:r>
                <a:rPr lang="en-US" altLang="ko-KR" dirty="0"/>
                <a:t>= </a:t>
              </a:r>
              <a:r>
                <a:rPr lang="en-US" altLang="ko-KR" b="0" i="0">
                  <a:latin typeface="Cambria Math" panose="02040503050406030204" pitchFamily="18" charset="0"/>
                </a:rPr>
                <a:t>𝜇_𝑘 𝑁</a:t>
              </a:r>
              <a:endParaRPr lang="ko-KR" altLang="en-US" dirty="0"/>
            </a:p>
          </dgm:t>
        </dgm:pt>
      </mc:Fallback>
    </mc:AlternateContent>
    <dgm:pt modelId="{39BB2858-0DBB-47AC-808A-041454591BC9}" type="par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030401ED-270F-4566-9429-BFAB23454EC5}" type="sib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C90A4117-EF19-408E-B3BB-1B1A67FB3C5A}" type="presOf" srcId="{EDE4B777-BEEF-4F42-8EE6-597F70F45637}" destId="{FA8775C6-D23E-4917-8AC9-1F482A153C6A}" srcOrd="0" destOrd="1" presId="urn:microsoft.com/office/officeart/2005/8/layout/vList2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474EC595-1868-4890-8EFB-FF312A46B2AC}" srcId="{D2CBFACC-DB73-41C3-84D8-E06EC2614AE3}" destId="{9DDA78FE-1B7A-46DA-BE37-848A0430EED2}" srcOrd="1" destOrd="0" parTransId="{1497FA1C-4918-45B3-9F55-5A493C821FBE}" sibTransId="{9FF482E0-F054-4CF7-B78F-53CE9B3E1CCF}"/>
    <dgm:cxn modelId="{C2F862A7-2DC2-4EF3-8A57-C473B3F05C09}" srcId="{39587CBF-B796-4DBC-86AD-6CC6ED23FDF3}" destId="{EDE4B777-BEEF-4F42-8EE6-597F70F45637}" srcOrd="1" destOrd="0" parTransId="{39BB2858-0DBB-47AC-808A-041454591BC9}" sibTransId="{030401ED-270F-4566-9429-BFAB23454EC5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9934F7F8-CE55-410C-9E20-542E5C8C89EE}" type="presOf" srcId="{9DDA78FE-1B7A-46DA-BE37-848A0430EED2}" destId="{8161E362-E233-424A-B952-AB18CF80C2A6}" srcOrd="0" destOrd="1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b="1" dirty="0"/>
            <a:t>정지 마찰력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/>
      <dgm:spPr>
        <a:blipFill>
          <a:blip xmlns:r="http://schemas.openxmlformats.org/officeDocument/2006/relationships" r:embed="rId1"/>
          <a:stretch>
            <a:fillRect t="-12583" b="-19205"/>
          </a:stretch>
        </a:blipFill>
      </dgm:spPr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b="1" dirty="0"/>
            <a:t>운동 마찰력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/>
      <dgm:spPr>
        <a:blipFill>
          <a:blip xmlns:r="http://schemas.openxmlformats.org/officeDocument/2006/relationships" r:embed="rId2"/>
          <a:stretch>
            <a:fillRect t="-12583" b="-18543"/>
          </a:stretch>
        </a:blipFill>
      </dgm:spPr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9DDA78FE-1B7A-46DA-BE37-848A0430EED2}">
      <dgm:prSet phldrT="[텍스트]"/>
      <dgm:spPr/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1497FA1C-4918-45B3-9F55-5A493C821FBE}" type="par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9FF482E0-F054-4CF7-B78F-53CE9B3E1CCF}" type="sib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EDE4B777-BEEF-4F42-8EE6-597F70F45637}">
      <dgm:prSet phldrT="[텍스트]"/>
      <dgm:spPr/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39BB2858-0DBB-47AC-808A-041454591BC9}" type="par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030401ED-270F-4566-9429-BFAB23454EC5}" type="sib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C90A4117-EF19-408E-B3BB-1B1A67FB3C5A}" type="presOf" srcId="{EDE4B777-BEEF-4F42-8EE6-597F70F45637}" destId="{FA8775C6-D23E-4917-8AC9-1F482A153C6A}" srcOrd="0" destOrd="1" presId="urn:microsoft.com/office/officeart/2005/8/layout/vList2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474EC595-1868-4890-8EFB-FF312A46B2AC}" srcId="{D2CBFACC-DB73-41C3-84D8-E06EC2614AE3}" destId="{9DDA78FE-1B7A-46DA-BE37-848A0430EED2}" srcOrd="1" destOrd="0" parTransId="{1497FA1C-4918-45B3-9F55-5A493C821FBE}" sibTransId="{9FF482E0-F054-4CF7-B78F-53CE9B3E1CCF}"/>
    <dgm:cxn modelId="{C2F862A7-2DC2-4EF3-8A57-C473B3F05C09}" srcId="{39587CBF-B796-4DBC-86AD-6CC6ED23FDF3}" destId="{EDE4B777-BEEF-4F42-8EE6-597F70F45637}" srcOrd="1" destOrd="0" parTransId="{39BB2858-0DBB-47AC-808A-041454591BC9}" sibTransId="{030401ED-270F-4566-9429-BFAB23454EC5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9934F7F8-CE55-410C-9E20-542E5C8C89EE}" type="presOf" srcId="{9DDA78FE-1B7A-46DA-BE37-848A0430EED2}" destId="{8161E362-E233-424A-B952-AB18CF80C2A6}" srcOrd="0" destOrd="1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sz="2400" b="1" dirty="0"/>
            <a:t>저항력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 custT="1"/>
      <dgm:spPr/>
      <dgm:t>
        <a:bodyPr/>
        <a:lstStyle/>
        <a:p>
          <a:pPr latinLnBrk="1"/>
          <a:r>
            <a:rPr lang="ko-KR" altLang="en-US" sz="1500" dirty="0"/>
            <a:t> </a:t>
          </a:r>
          <a:r>
            <a:rPr lang="ko-KR" altLang="en-US" sz="1800" dirty="0"/>
            <a:t>공기나 물과 같은 유체에 의해 운동 방향의 반대로 작용하는 힘을 저항력이라고 한다</a:t>
          </a:r>
          <a:r>
            <a:rPr lang="en-US" altLang="ko-KR" sz="1800" dirty="0"/>
            <a:t>.</a:t>
          </a:r>
          <a:r>
            <a:rPr lang="ko-KR" altLang="en-US" sz="1800" dirty="0"/>
            <a:t> </a:t>
          </a:r>
          <a:endParaRPr lang="ko-KR" altLang="en-US" sz="1500" dirty="0"/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400" b="1" dirty="0"/>
            <a:t>저항력 모형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 custT="1"/>
      <dgm:spPr/>
      <dgm:t>
        <a:bodyPr/>
        <a:lstStyle/>
        <a:p>
          <a:pPr latinLnBrk="1"/>
          <a:r>
            <a:rPr lang="ko-KR" altLang="en-US" sz="1800" dirty="0"/>
            <a:t>느린 속력</a:t>
          </a:r>
          <a:r>
            <a:rPr lang="en-US" altLang="ko-KR" sz="1800" dirty="0"/>
            <a:t>: </a:t>
          </a:r>
          <a:r>
            <a:rPr lang="ko-KR" altLang="en-US" sz="1800" dirty="0"/>
            <a:t>속력에 비례하는 모형</a:t>
          </a:r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EDE4B777-BEEF-4F42-8EE6-597F70F45637}">
      <dgm:prSet phldrT="[텍스트]" custT="1"/>
      <dgm:spPr/>
      <dgm:t>
        <a:bodyPr/>
        <a:lstStyle/>
        <a:p>
          <a:pPr latinLnBrk="1"/>
          <a:r>
            <a:rPr lang="ko-KR" altLang="en-US" sz="1800" dirty="0"/>
            <a:t>빠른 속력</a:t>
          </a:r>
          <a:r>
            <a:rPr lang="en-US" altLang="ko-KR" sz="1800" dirty="0"/>
            <a:t>: </a:t>
          </a:r>
          <a:r>
            <a:rPr lang="ko-KR" altLang="en-US" sz="1800" dirty="0"/>
            <a:t>속력의 제곱</a:t>
          </a:r>
          <a:r>
            <a:rPr lang="en-US" altLang="ko-KR" sz="1800" dirty="0"/>
            <a:t>, </a:t>
          </a:r>
          <a:r>
            <a:rPr lang="ko-KR" altLang="en-US" sz="1800" dirty="0"/>
            <a:t>세제곱 등에 비례하는 모형</a:t>
          </a:r>
        </a:p>
      </dgm:t>
    </dgm:pt>
    <dgm:pt modelId="{030401ED-270F-4566-9429-BFAB23454EC5}" type="sib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39BB2858-0DBB-47AC-808A-041454591BC9}" type="par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4D30EC5-9CE1-465D-9765-851AC43D54B8}">
          <dgm:prSet phldrT="[텍스트]" custT="1"/>
          <dgm:spPr/>
          <dgm:t>
            <a:bodyPr/>
            <a:lstStyle/>
            <a:p>
              <a:pPr latinLnBrk="1"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m:oMathPara>
              </a14:m>
              <a:endParaRPr lang="ko-KR" altLang="en-US" sz="1800" dirty="0"/>
            </a:p>
          </dgm:t>
        </dgm:pt>
      </mc:Choice>
      <mc:Fallback xmlns="">
        <dgm:pt modelId="{E4D30EC5-9CE1-465D-9765-851AC43D54B8}">
          <dgm:prSet phldrT="[텍스트]" custT="1"/>
          <dgm:spPr/>
          <dgm:t>
            <a:bodyPr/>
            <a:lstStyle/>
            <a:p>
              <a:pPr latinLnBrk="1">
                <a:buNone/>
              </a:pPr>
              <a:r>
                <a:rPr lang="en-US" altLang="ko-KR" sz="1800" b="0" i="0">
                  <a:latin typeface="Cambria Math" panose="02040503050406030204" pitchFamily="18" charset="0"/>
                </a:rPr>
                <a:t>𝑓 ⃗=−𝐶𝑣 ⃗</a:t>
              </a:r>
              <a:endParaRPr lang="ko-KR" altLang="en-US" sz="1800" dirty="0"/>
            </a:p>
          </dgm:t>
        </dgm:pt>
      </mc:Fallback>
    </mc:AlternateContent>
    <dgm:pt modelId="{6B64C329-E590-4DCB-8478-7575E9A4863D}" type="parTrans" cxnId="{59486E20-D135-4BED-B6A9-BE79F5E8FE6D}">
      <dgm:prSet/>
      <dgm:spPr/>
      <dgm:t>
        <a:bodyPr/>
        <a:lstStyle/>
        <a:p>
          <a:pPr latinLnBrk="1"/>
          <a:endParaRPr lang="ko-KR" altLang="en-US"/>
        </a:p>
      </dgm:t>
    </dgm:pt>
    <dgm:pt modelId="{447ADCC2-8228-4F1E-93B9-D591B0311669}" type="sibTrans" cxnId="{59486E20-D135-4BED-B6A9-BE79F5E8FE6D}">
      <dgm:prSet/>
      <dgm:spPr/>
      <dgm:t>
        <a:bodyPr/>
        <a:lstStyle/>
        <a:p>
          <a:pPr latinLnBrk="1"/>
          <a:endParaRPr lang="ko-KR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4951327-CE62-4AD5-90D5-E394FA82C44F}">
          <dgm:prSet phldrT="[텍스트]" custT="1"/>
          <dgm:spPr/>
          <dgm:t>
            <a:bodyPr/>
            <a:lstStyle/>
            <a:p>
              <a:pPr latinLnBrk="1"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+⋯</m:t>
                        </m:r>
                      </m:e>
                    </m:d>
                    <m:acc>
                      <m:accPr>
                        <m:chr m:val="̂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m:oMathPara>
              </a14:m>
              <a:endParaRPr lang="ko-KR" altLang="en-US" sz="1800" dirty="0"/>
            </a:p>
          </dgm:t>
        </dgm:pt>
      </mc:Choice>
      <mc:Fallback xmlns="">
        <dgm:pt modelId="{E4951327-CE62-4AD5-90D5-E394FA82C44F}">
          <dgm:prSet phldrT="[텍스트]" custT="1"/>
          <dgm:spPr/>
          <dgm:t>
            <a:bodyPr/>
            <a:lstStyle/>
            <a:p>
              <a:pPr latinLnBrk="1">
                <a:buNone/>
              </a:pPr>
              <a:r>
                <a:rPr lang="en-US" altLang="ko-KR" sz="1800" b="0" i="0">
                  <a:latin typeface="Cambria Math" panose="02040503050406030204" pitchFamily="18" charset="0"/>
                </a:rPr>
                <a:t>𝑓 ⃗=−(𝐶_1 𝑣+𝐶_2 𝑣^2+𝐶_3 𝑣^3+⋯) 𝑣 ̂</a:t>
              </a:r>
              <a:endParaRPr lang="ko-KR" altLang="en-US" sz="1800" dirty="0"/>
            </a:p>
          </dgm:t>
        </dgm:pt>
      </mc:Fallback>
    </mc:AlternateContent>
    <dgm:pt modelId="{97B33BE4-64B5-408B-AD6D-E6B712638057}" type="parTrans" cxnId="{3A7B4161-3E1E-4A26-A386-987DCF25487D}">
      <dgm:prSet/>
      <dgm:spPr/>
      <dgm:t>
        <a:bodyPr/>
        <a:lstStyle/>
        <a:p>
          <a:pPr latinLnBrk="1"/>
          <a:endParaRPr lang="ko-KR" altLang="en-US"/>
        </a:p>
      </dgm:t>
    </dgm:pt>
    <dgm:pt modelId="{E2881C29-7FE0-45AF-81B9-BF9BE6B90FE7}" type="sibTrans" cxnId="{3A7B4161-3E1E-4A26-A386-987DCF25487D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C90A4117-EF19-408E-B3BB-1B1A67FB3C5A}" type="presOf" srcId="{EDE4B777-BEEF-4F42-8EE6-597F70F45637}" destId="{FA8775C6-D23E-4917-8AC9-1F482A153C6A}" srcOrd="0" destOrd="2" presId="urn:microsoft.com/office/officeart/2005/8/layout/vList2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59486E20-D135-4BED-B6A9-BE79F5E8FE6D}" srcId="{39587CBF-B796-4DBC-86AD-6CC6ED23FDF3}" destId="{E4D30EC5-9CE1-465D-9765-851AC43D54B8}" srcOrd="1" destOrd="0" parTransId="{6B64C329-E590-4DCB-8478-7575E9A4863D}" sibTransId="{447ADCC2-8228-4F1E-93B9-D591B0311669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3A7B4161-3E1E-4A26-A386-987DCF25487D}" srcId="{39587CBF-B796-4DBC-86AD-6CC6ED23FDF3}" destId="{E4951327-CE62-4AD5-90D5-E394FA82C44F}" srcOrd="3" destOrd="0" parTransId="{97B33BE4-64B5-408B-AD6D-E6B712638057}" sibTransId="{E2881C29-7FE0-45AF-81B9-BF9BE6B90FE7}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9B4E2575-31B0-41D7-A14A-2405E8E25204}" type="presOf" srcId="{E4951327-CE62-4AD5-90D5-E394FA82C44F}" destId="{FA8775C6-D23E-4917-8AC9-1F482A153C6A}" srcOrd="0" destOrd="3" presId="urn:microsoft.com/office/officeart/2005/8/layout/vList2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59D6D089-6623-4324-89BD-61B3AB680BF6}" type="presOf" srcId="{E4D30EC5-9CE1-465D-9765-851AC43D54B8}" destId="{FA8775C6-D23E-4917-8AC9-1F482A153C6A}" srcOrd="0" destOrd="1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C2F862A7-2DC2-4EF3-8A57-C473B3F05C09}" srcId="{39587CBF-B796-4DBC-86AD-6CC6ED23FDF3}" destId="{EDE4B777-BEEF-4F42-8EE6-597F70F45637}" srcOrd="2" destOrd="0" parTransId="{39BB2858-0DBB-47AC-808A-041454591BC9}" sibTransId="{030401ED-270F-4566-9429-BFAB23454EC5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sz="2400" b="1" dirty="0"/>
            <a:t>저항력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 custT="1"/>
      <dgm:spPr/>
      <dgm:t>
        <a:bodyPr/>
        <a:lstStyle/>
        <a:p>
          <a:pPr latinLnBrk="1"/>
          <a:r>
            <a:rPr lang="ko-KR" altLang="en-US" sz="1500" dirty="0"/>
            <a:t> </a:t>
          </a:r>
          <a:r>
            <a:rPr lang="ko-KR" altLang="en-US" sz="1800" dirty="0"/>
            <a:t>공기나 물과 같은 유체에 의해 운동 방향의 반대로 작용하는 힘을 저항력이라고 한다</a:t>
          </a:r>
          <a:r>
            <a:rPr lang="en-US" altLang="ko-KR" sz="1800" dirty="0"/>
            <a:t>.</a:t>
          </a:r>
          <a:r>
            <a:rPr lang="ko-KR" altLang="en-US" sz="1800" dirty="0"/>
            <a:t> </a:t>
          </a:r>
          <a:endParaRPr lang="ko-KR" altLang="en-US" sz="1500" dirty="0"/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400" b="1" dirty="0"/>
            <a:t>저항력 모형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 custT="1"/>
      <dgm:spPr>
        <a:blipFill>
          <a:blip xmlns:r="http://schemas.openxmlformats.org/officeDocument/2006/relationships" r:embed="rId1"/>
          <a:stretch>
            <a:fillRect t="-7519" b="-1128"/>
          </a:stretch>
        </a:blipFill>
      </dgm:spPr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EDE4B777-BEEF-4F42-8EE6-597F70F45637}">
      <dgm:prSet phldrT="[텍스트]" custT="1"/>
      <dgm:spPr/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030401ED-270F-4566-9429-BFAB23454EC5}" type="sib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39BB2858-0DBB-47AC-808A-041454591BC9}" type="par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E4D30EC5-9CE1-465D-9765-851AC43D54B8}">
      <dgm:prSet phldrT="[텍스트]" custT="1"/>
      <dgm:spPr/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6B64C329-E590-4DCB-8478-7575E9A4863D}" type="parTrans" cxnId="{59486E20-D135-4BED-B6A9-BE79F5E8FE6D}">
      <dgm:prSet/>
      <dgm:spPr/>
      <dgm:t>
        <a:bodyPr/>
        <a:lstStyle/>
        <a:p>
          <a:pPr latinLnBrk="1"/>
          <a:endParaRPr lang="ko-KR" altLang="en-US"/>
        </a:p>
      </dgm:t>
    </dgm:pt>
    <dgm:pt modelId="{447ADCC2-8228-4F1E-93B9-D591B0311669}" type="sibTrans" cxnId="{59486E20-D135-4BED-B6A9-BE79F5E8FE6D}">
      <dgm:prSet/>
      <dgm:spPr/>
      <dgm:t>
        <a:bodyPr/>
        <a:lstStyle/>
        <a:p>
          <a:pPr latinLnBrk="1"/>
          <a:endParaRPr lang="ko-KR" altLang="en-US"/>
        </a:p>
      </dgm:t>
    </dgm:pt>
    <dgm:pt modelId="{E4951327-CE62-4AD5-90D5-E394FA82C44F}">
      <dgm:prSet phldrT="[텍스트]" custT="1"/>
      <dgm:spPr/>
      <dgm:t>
        <a:bodyPr/>
        <a:lstStyle/>
        <a:p>
          <a:r>
            <a:rPr lang="ko-KR" altLang="en-US">
              <a:noFill/>
            </a:rPr>
            <a:t> </a:t>
          </a:r>
        </a:p>
      </dgm:t>
    </dgm:pt>
    <dgm:pt modelId="{97B33BE4-64B5-408B-AD6D-E6B712638057}" type="parTrans" cxnId="{3A7B4161-3E1E-4A26-A386-987DCF25487D}">
      <dgm:prSet/>
      <dgm:spPr/>
      <dgm:t>
        <a:bodyPr/>
        <a:lstStyle/>
        <a:p>
          <a:pPr latinLnBrk="1"/>
          <a:endParaRPr lang="ko-KR" altLang="en-US"/>
        </a:p>
      </dgm:t>
    </dgm:pt>
    <dgm:pt modelId="{E2881C29-7FE0-45AF-81B9-BF9BE6B90FE7}" type="sibTrans" cxnId="{3A7B4161-3E1E-4A26-A386-987DCF25487D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C90A4117-EF19-408E-B3BB-1B1A67FB3C5A}" type="presOf" srcId="{EDE4B777-BEEF-4F42-8EE6-597F70F45637}" destId="{FA8775C6-D23E-4917-8AC9-1F482A153C6A}" srcOrd="0" destOrd="2" presId="urn:microsoft.com/office/officeart/2005/8/layout/vList2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59486E20-D135-4BED-B6A9-BE79F5E8FE6D}" srcId="{39587CBF-B796-4DBC-86AD-6CC6ED23FDF3}" destId="{E4D30EC5-9CE1-465D-9765-851AC43D54B8}" srcOrd="1" destOrd="0" parTransId="{6B64C329-E590-4DCB-8478-7575E9A4863D}" sibTransId="{447ADCC2-8228-4F1E-93B9-D591B0311669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3A7B4161-3E1E-4A26-A386-987DCF25487D}" srcId="{39587CBF-B796-4DBC-86AD-6CC6ED23FDF3}" destId="{E4951327-CE62-4AD5-90D5-E394FA82C44F}" srcOrd="3" destOrd="0" parTransId="{97B33BE4-64B5-408B-AD6D-E6B712638057}" sibTransId="{E2881C29-7FE0-45AF-81B9-BF9BE6B90FE7}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9B4E2575-31B0-41D7-A14A-2405E8E25204}" type="presOf" srcId="{E4951327-CE62-4AD5-90D5-E394FA82C44F}" destId="{FA8775C6-D23E-4917-8AC9-1F482A153C6A}" srcOrd="0" destOrd="3" presId="urn:microsoft.com/office/officeart/2005/8/layout/vList2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59D6D089-6623-4324-89BD-61B3AB680BF6}" type="presOf" srcId="{E4D30EC5-9CE1-465D-9765-851AC43D54B8}" destId="{FA8775C6-D23E-4917-8AC9-1F482A153C6A}" srcOrd="0" destOrd="1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C2F862A7-2DC2-4EF3-8A57-C473B3F05C09}" srcId="{39587CBF-B796-4DBC-86AD-6CC6ED23FDF3}" destId="{EDE4B777-BEEF-4F42-8EE6-597F70F45637}" srcOrd="2" destOrd="0" parTransId="{39BB2858-0DBB-47AC-808A-041454591BC9}" sibTransId="{030401ED-270F-4566-9429-BFAB23454EC5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sz="2400" b="1" dirty="0"/>
            <a:t>원운동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/>
      <dgm:spPr/>
      <dgm:t>
        <a:bodyPr/>
        <a:lstStyle/>
        <a:p>
          <a:pPr latinLnBrk="1"/>
          <a:r>
            <a:rPr lang="ko-KR" altLang="en-US" dirty="0"/>
            <a:t>경로가 원 모양인 운동</a:t>
          </a:r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400" b="1" dirty="0"/>
            <a:t>등속 원운동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/>
      <dgm:spPr/>
      <dgm:t>
        <a:bodyPr/>
        <a:lstStyle/>
        <a:p>
          <a:pPr latinLnBrk="1"/>
          <a:r>
            <a:rPr lang="ko-KR" altLang="en-US" dirty="0"/>
            <a:t> 속력이 일정한 원운동</a:t>
          </a:r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9DDA78FE-1B7A-46DA-BE37-848A0430EED2}">
      <dgm:prSet phldrT="[텍스트]"/>
      <dgm:spPr/>
      <dgm:t>
        <a:bodyPr/>
        <a:lstStyle/>
        <a:p>
          <a:pPr latinLnBrk="1"/>
          <a:r>
            <a:rPr lang="ko-KR" altLang="en-US" dirty="0"/>
            <a:t>원은 경로가 닫혀 있으므로</a:t>
          </a:r>
          <a:r>
            <a:rPr lang="en-US" altLang="ko-KR" dirty="0"/>
            <a:t>(</a:t>
          </a:r>
          <a:r>
            <a:rPr lang="ko-KR" altLang="en-US" dirty="0"/>
            <a:t>시작과 끝이 같다</a:t>
          </a:r>
          <a:r>
            <a:rPr lang="en-US" altLang="ko-KR" dirty="0"/>
            <a:t>)</a:t>
          </a:r>
          <a:r>
            <a:rPr lang="ko-KR" altLang="en-US" dirty="0"/>
            <a:t> 주기적인 운동이 된다</a:t>
          </a:r>
          <a:r>
            <a:rPr lang="en-US" altLang="ko-KR" dirty="0"/>
            <a:t>.</a:t>
          </a:r>
          <a:endParaRPr lang="ko-KR" altLang="en-US" dirty="0"/>
        </a:p>
      </dgm:t>
    </dgm:pt>
    <dgm:pt modelId="{1497FA1C-4918-45B3-9F55-5A493C821FBE}" type="par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9FF482E0-F054-4CF7-B78F-53CE9B3E1CCF}" type="sib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EDE4B777-BEEF-4F42-8EE6-597F70F45637}">
      <dgm:prSet phldrT="[텍스트]"/>
      <dgm:spPr/>
      <dgm:t>
        <a:bodyPr/>
        <a:lstStyle/>
        <a:p>
          <a:pPr latinLnBrk="1"/>
          <a:r>
            <a:rPr lang="ko-KR" altLang="en-US" dirty="0"/>
            <a:t> 가속도의 방향이 정확히 원의 중심을 향한다</a:t>
          </a:r>
          <a:r>
            <a:rPr lang="en-US" altLang="ko-KR" dirty="0"/>
            <a:t>.(</a:t>
          </a:r>
          <a:r>
            <a:rPr lang="ko-KR" altLang="en-US" dirty="0"/>
            <a:t>구심력만 존재한다</a:t>
          </a:r>
          <a:r>
            <a:rPr lang="en-US" altLang="ko-KR" dirty="0"/>
            <a:t>.)</a:t>
          </a:r>
          <a:endParaRPr lang="ko-KR" altLang="en-US" dirty="0"/>
        </a:p>
      </dgm:t>
    </dgm:pt>
    <dgm:pt modelId="{39BB2858-0DBB-47AC-808A-041454591BC9}" type="par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030401ED-270F-4566-9429-BFAB23454EC5}" type="sibTrans" cxnId="{C2F862A7-2DC2-4EF3-8A57-C473B3F05C09}">
      <dgm:prSet/>
      <dgm:spPr/>
      <dgm:t>
        <a:bodyPr/>
        <a:lstStyle/>
        <a:p>
          <a:pPr latinLnBrk="1"/>
          <a:endParaRPr lang="ko-KR" altLang="en-US"/>
        </a:p>
      </dgm:t>
    </dgm:pt>
    <dgm:pt modelId="{A1B6DF99-12C6-4F3E-8C76-50A2576BB3B8}">
      <dgm:prSet phldrT="[텍스트]"/>
      <dgm:spPr/>
      <dgm:t>
        <a:bodyPr/>
        <a:lstStyle/>
        <a:p>
          <a:pPr latinLnBrk="1"/>
          <a:r>
            <a:rPr lang="ko-KR" altLang="en-US" dirty="0"/>
            <a:t>원운동 하려면 원의 중심 방향의 가속도가 있어야 한다</a:t>
          </a:r>
          <a:r>
            <a:rPr lang="en-US" altLang="ko-KR" dirty="0"/>
            <a:t>.(</a:t>
          </a:r>
          <a:r>
            <a:rPr lang="ko-KR" altLang="en-US" dirty="0"/>
            <a:t>구심력</a:t>
          </a:r>
          <a:r>
            <a:rPr lang="en-US" altLang="ko-KR" dirty="0"/>
            <a:t>)</a:t>
          </a:r>
          <a:endParaRPr lang="ko-KR" altLang="en-US" dirty="0"/>
        </a:p>
      </dgm:t>
    </dgm:pt>
    <dgm:pt modelId="{DD00DCD6-BD51-4B07-AE66-B06C4CD26EF3}" type="parTrans" cxnId="{1F26955F-B254-4120-9AB5-940753F57463}">
      <dgm:prSet/>
      <dgm:spPr/>
      <dgm:t>
        <a:bodyPr/>
        <a:lstStyle/>
        <a:p>
          <a:pPr latinLnBrk="1"/>
          <a:endParaRPr lang="ko-KR" altLang="en-US"/>
        </a:p>
      </dgm:t>
    </dgm:pt>
    <dgm:pt modelId="{DA00A984-EC18-4C02-AD96-FD8B12434FDA}" type="sibTrans" cxnId="{1F26955F-B254-4120-9AB5-940753F57463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C90A4117-EF19-408E-B3BB-1B1A67FB3C5A}" type="presOf" srcId="{EDE4B777-BEEF-4F42-8EE6-597F70F45637}" destId="{FA8775C6-D23E-4917-8AC9-1F482A153C6A}" srcOrd="0" destOrd="1" presId="urn:microsoft.com/office/officeart/2005/8/layout/vList2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1F26955F-B254-4120-9AB5-940753F57463}" srcId="{D2CBFACC-DB73-41C3-84D8-E06EC2614AE3}" destId="{A1B6DF99-12C6-4F3E-8C76-50A2576BB3B8}" srcOrd="2" destOrd="0" parTransId="{DD00DCD6-BD51-4B07-AE66-B06C4CD26EF3}" sibTransId="{DA00A984-EC18-4C02-AD96-FD8B12434FDA}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474EC595-1868-4890-8EFB-FF312A46B2AC}" srcId="{D2CBFACC-DB73-41C3-84D8-E06EC2614AE3}" destId="{9DDA78FE-1B7A-46DA-BE37-848A0430EED2}" srcOrd="1" destOrd="0" parTransId="{1497FA1C-4918-45B3-9F55-5A493C821FBE}" sibTransId="{9FF482E0-F054-4CF7-B78F-53CE9B3E1CCF}"/>
    <dgm:cxn modelId="{C2F862A7-2DC2-4EF3-8A57-C473B3F05C09}" srcId="{39587CBF-B796-4DBC-86AD-6CC6ED23FDF3}" destId="{EDE4B777-BEEF-4F42-8EE6-597F70F45637}" srcOrd="1" destOrd="0" parTransId="{39BB2858-0DBB-47AC-808A-041454591BC9}" sibTransId="{030401ED-270F-4566-9429-BFAB23454EC5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2680F7D0-0AFA-4CF7-B1C5-0955BF506FCA}" type="presOf" srcId="{A1B6DF99-12C6-4F3E-8C76-50A2576BB3B8}" destId="{8161E362-E233-424A-B952-AB18CF80C2A6}" srcOrd="0" destOrd="2" presId="urn:microsoft.com/office/officeart/2005/8/layout/vList2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9934F7F8-CE55-410C-9E20-542E5C8C89EE}" type="presOf" srcId="{9DDA78FE-1B7A-46DA-BE37-848A0430EED2}" destId="{8161E362-E233-424A-B952-AB18CF80C2A6}" srcOrd="0" destOrd="1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168A03-6FB9-45F9-9A63-4E2C7C78AC7F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latinLnBrk="1"/>
          <a:endParaRPr lang="ko-KR" altLang="en-US"/>
        </a:p>
      </dgm:t>
    </dgm:pt>
    <dgm:pt modelId="{D2CBFACC-DB73-41C3-84D8-E06EC2614AE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/>
      <dgm:t>
        <a:bodyPr/>
        <a:lstStyle/>
        <a:p>
          <a:pPr latinLnBrk="1"/>
          <a:r>
            <a:rPr lang="ko-KR" altLang="en-US" sz="2400" b="1" dirty="0"/>
            <a:t>진자</a:t>
          </a:r>
        </a:p>
      </dgm:t>
    </dgm:pt>
    <dgm:pt modelId="{BC84C00A-A430-4968-9811-DED73DB15848}" type="par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40AAC945-E299-4A79-824D-322615AE3265}" type="sibTrans" cxnId="{ACB36804-F1A8-4F16-B8B0-E4559EA7D018}">
      <dgm:prSet/>
      <dgm:spPr/>
      <dgm:t>
        <a:bodyPr/>
        <a:lstStyle/>
        <a:p>
          <a:pPr latinLnBrk="1"/>
          <a:endParaRPr lang="ko-KR" altLang="en-US"/>
        </a:p>
      </dgm:t>
    </dgm:pt>
    <dgm:pt modelId="{561C0984-0E54-4E01-93F8-4117AA114154}">
      <dgm:prSet phldrT="[텍스트]"/>
      <dgm:spPr/>
      <dgm:t>
        <a:bodyPr/>
        <a:lstStyle/>
        <a:p>
          <a:pPr latinLnBrk="1"/>
          <a:r>
            <a:rPr lang="ko-KR" altLang="en-US" dirty="0"/>
            <a:t>한 점에 고정되어 중력에 의해 왕복 운동하는 물체</a:t>
          </a:r>
        </a:p>
      </dgm:t>
    </dgm:pt>
    <dgm:pt modelId="{AF10B2D9-A610-45CE-8D06-95DAED8837AA}" type="par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9EDD0444-4332-4435-9812-8DF4A5CD3013}" type="sibTrans" cxnId="{2B77001D-0FA4-4579-9565-4F44F8285A9B}">
      <dgm:prSet/>
      <dgm:spPr/>
      <dgm:t>
        <a:bodyPr/>
        <a:lstStyle/>
        <a:p>
          <a:pPr latinLnBrk="1"/>
          <a:endParaRPr lang="ko-KR" altLang="en-US"/>
        </a:p>
      </dgm:t>
    </dgm:pt>
    <dgm:pt modelId="{39587CBF-B796-4DBC-86AD-6CC6ED23FDF3}">
      <dgm:prSet phldrT="[텍스트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400" b="1" dirty="0"/>
            <a:t>진자 운동과 원운동</a:t>
          </a:r>
        </a:p>
      </dgm:t>
    </dgm:pt>
    <dgm:pt modelId="{383C9AE2-C0C1-47D5-A226-EAC99CDE207C}" type="par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D9C322FD-9E3E-4750-B1BC-8E49144DCFEF}" type="sibTrans" cxnId="{56906AB4-CF87-4715-84BF-9CE98F679A9D}">
      <dgm:prSet/>
      <dgm:spPr/>
      <dgm:t>
        <a:bodyPr/>
        <a:lstStyle/>
        <a:p>
          <a:pPr latinLnBrk="1"/>
          <a:endParaRPr lang="ko-KR" altLang="en-US"/>
        </a:p>
      </dgm:t>
    </dgm:pt>
    <dgm:pt modelId="{7536AFE9-07D3-4676-8873-997010269981}">
      <dgm:prSet phldrT="[텍스트]"/>
      <dgm:spPr/>
      <dgm:t>
        <a:bodyPr/>
        <a:lstStyle/>
        <a:p>
          <a:pPr latinLnBrk="1"/>
          <a:r>
            <a:rPr lang="ko-KR" altLang="en-US" dirty="0"/>
            <a:t>진자 운동은 등속이 아닌 원운동의 한 종류로 볼 수 있다</a:t>
          </a:r>
          <a:r>
            <a:rPr lang="en-US" altLang="ko-KR" dirty="0"/>
            <a:t>.</a:t>
          </a:r>
          <a:endParaRPr lang="ko-KR" altLang="en-US" dirty="0"/>
        </a:p>
      </dgm:t>
    </dgm:pt>
    <dgm:pt modelId="{DA334D05-5429-407C-9340-57C98763B7AA}" type="par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BE39CDCA-B7DB-4BC3-A12A-5E0F339C547B}" type="sibTrans" cxnId="{1EAFAB4A-A17E-4152-9453-B37F9C019ADF}">
      <dgm:prSet/>
      <dgm:spPr/>
      <dgm:t>
        <a:bodyPr/>
        <a:lstStyle/>
        <a:p>
          <a:pPr latinLnBrk="1"/>
          <a:endParaRPr lang="ko-KR" altLang="en-US"/>
        </a:p>
      </dgm:t>
    </dgm:pt>
    <dgm:pt modelId="{9DDA78FE-1B7A-46DA-BE37-848A0430EED2}">
      <dgm:prSet phldrT="[텍스트]"/>
      <dgm:spPr/>
      <dgm:t>
        <a:bodyPr/>
        <a:lstStyle/>
        <a:p>
          <a:pPr latinLnBrk="1"/>
          <a:r>
            <a:rPr lang="ko-KR" altLang="en-US" dirty="0"/>
            <a:t>고정된 점을 원의 중심으로 하는 원호 모양 경로로 운동한다</a:t>
          </a:r>
          <a:r>
            <a:rPr lang="en-US" altLang="ko-KR" dirty="0"/>
            <a:t>.</a:t>
          </a:r>
          <a:endParaRPr lang="ko-KR" altLang="en-US" dirty="0"/>
        </a:p>
      </dgm:t>
    </dgm:pt>
    <dgm:pt modelId="{1497FA1C-4918-45B3-9F55-5A493C821FBE}" type="par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9FF482E0-F054-4CF7-B78F-53CE9B3E1CCF}" type="sibTrans" cxnId="{474EC595-1868-4890-8EFB-FF312A46B2AC}">
      <dgm:prSet/>
      <dgm:spPr/>
      <dgm:t>
        <a:bodyPr/>
        <a:lstStyle/>
        <a:p>
          <a:pPr latinLnBrk="1"/>
          <a:endParaRPr lang="ko-KR" altLang="en-US"/>
        </a:p>
      </dgm:t>
    </dgm:pt>
    <dgm:pt modelId="{A1B6DF99-12C6-4F3E-8C76-50A2576BB3B8}">
      <dgm:prSet phldrT="[텍스트]"/>
      <dgm:spPr/>
      <dgm:t>
        <a:bodyPr/>
        <a:lstStyle/>
        <a:p>
          <a:pPr latinLnBrk="1"/>
          <a:r>
            <a:rPr lang="ko-KR" altLang="en-US" dirty="0"/>
            <a:t>진동하는 각도가 아주 작으면 직선 왕복 운동으로 근사할 수 있는데 이를 </a:t>
          </a:r>
          <a:r>
            <a:rPr lang="ko-KR" altLang="en-US" dirty="0" err="1"/>
            <a:t>단진동이라고</a:t>
          </a:r>
          <a:r>
            <a:rPr lang="ko-KR" altLang="en-US" dirty="0"/>
            <a:t> 한다</a:t>
          </a:r>
          <a:r>
            <a:rPr lang="en-US" altLang="ko-KR" dirty="0"/>
            <a:t>.</a:t>
          </a:r>
          <a:endParaRPr lang="ko-KR" altLang="en-US" dirty="0"/>
        </a:p>
      </dgm:t>
    </dgm:pt>
    <dgm:pt modelId="{DD00DCD6-BD51-4B07-AE66-B06C4CD26EF3}" type="parTrans" cxnId="{1F26955F-B254-4120-9AB5-940753F57463}">
      <dgm:prSet/>
      <dgm:spPr/>
      <dgm:t>
        <a:bodyPr/>
        <a:lstStyle/>
        <a:p>
          <a:pPr latinLnBrk="1"/>
          <a:endParaRPr lang="ko-KR" altLang="en-US"/>
        </a:p>
      </dgm:t>
    </dgm:pt>
    <dgm:pt modelId="{DA00A984-EC18-4C02-AD96-FD8B12434FDA}" type="sibTrans" cxnId="{1F26955F-B254-4120-9AB5-940753F57463}">
      <dgm:prSet/>
      <dgm:spPr/>
      <dgm:t>
        <a:bodyPr/>
        <a:lstStyle/>
        <a:p>
          <a:pPr latinLnBrk="1"/>
          <a:endParaRPr lang="ko-KR" altLang="en-US"/>
        </a:p>
      </dgm:t>
    </dgm:pt>
    <dgm:pt modelId="{9D28253C-D92B-4285-BB43-623D8551E71C}">
      <dgm:prSet phldrT="[텍스트]"/>
      <dgm:spPr/>
      <dgm:t>
        <a:bodyPr/>
        <a:lstStyle/>
        <a:p>
          <a:pPr latinLnBrk="1"/>
          <a:r>
            <a:rPr lang="ko-KR" altLang="en-US" dirty="0"/>
            <a:t>진자 운동은 주기적인 운동이다</a:t>
          </a:r>
          <a:r>
            <a:rPr lang="en-US" altLang="ko-KR" dirty="0"/>
            <a:t>.</a:t>
          </a:r>
          <a:endParaRPr lang="ko-KR" altLang="en-US" dirty="0"/>
        </a:p>
      </dgm:t>
    </dgm:pt>
    <dgm:pt modelId="{CF5E693F-76EA-4D4A-AE0E-D5052B26D487}" type="parTrans" cxnId="{6211D56E-2505-4AFE-9972-6E58C5E06484}">
      <dgm:prSet/>
      <dgm:spPr/>
      <dgm:t>
        <a:bodyPr/>
        <a:lstStyle/>
        <a:p>
          <a:pPr latinLnBrk="1"/>
          <a:endParaRPr lang="ko-KR" altLang="en-US"/>
        </a:p>
      </dgm:t>
    </dgm:pt>
    <dgm:pt modelId="{C6B1A15F-2BE3-4235-A9FD-1DF5006BA9FD}" type="sibTrans" cxnId="{6211D56E-2505-4AFE-9972-6E58C5E06484}">
      <dgm:prSet/>
      <dgm:spPr/>
      <dgm:t>
        <a:bodyPr/>
        <a:lstStyle/>
        <a:p>
          <a:pPr latinLnBrk="1"/>
          <a:endParaRPr lang="ko-KR" altLang="en-US"/>
        </a:p>
      </dgm:t>
    </dgm:pt>
    <dgm:pt modelId="{8392AFC3-4567-47F4-8001-AE48DCFB974F}">
      <dgm:prSet phldrT="[텍스트]"/>
      <dgm:spPr/>
      <dgm:t>
        <a:bodyPr/>
        <a:lstStyle/>
        <a:p>
          <a:pPr latinLnBrk="1"/>
          <a:r>
            <a:rPr lang="ko-KR" altLang="en-US" dirty="0"/>
            <a:t>진자 운동은 위치에 따른 구심력과 </a:t>
          </a:r>
          <a:r>
            <a:rPr lang="ko-KR" altLang="en-US" dirty="0" err="1"/>
            <a:t>접선력이</a:t>
          </a:r>
          <a:r>
            <a:rPr lang="ko-KR" altLang="en-US" dirty="0"/>
            <a:t> 작용한다</a:t>
          </a:r>
          <a:r>
            <a:rPr lang="en-US" altLang="ko-KR" dirty="0"/>
            <a:t>.</a:t>
          </a:r>
          <a:endParaRPr lang="ko-KR" altLang="en-US" dirty="0"/>
        </a:p>
      </dgm:t>
    </dgm:pt>
    <dgm:pt modelId="{4849187B-B980-4847-ADD1-308B0F6EC441}" type="parTrans" cxnId="{2AC4A703-3E1A-4203-A7A5-1FE2B042E089}">
      <dgm:prSet/>
      <dgm:spPr/>
      <dgm:t>
        <a:bodyPr/>
        <a:lstStyle/>
        <a:p>
          <a:pPr latinLnBrk="1"/>
          <a:endParaRPr lang="ko-KR" altLang="en-US"/>
        </a:p>
      </dgm:t>
    </dgm:pt>
    <dgm:pt modelId="{3E59DE94-7ED0-4496-B360-A5BDAE0E8E46}" type="sibTrans" cxnId="{2AC4A703-3E1A-4203-A7A5-1FE2B042E089}">
      <dgm:prSet/>
      <dgm:spPr/>
      <dgm:t>
        <a:bodyPr/>
        <a:lstStyle/>
        <a:p>
          <a:pPr latinLnBrk="1"/>
          <a:endParaRPr lang="ko-KR" altLang="en-US"/>
        </a:p>
      </dgm:t>
    </dgm:pt>
    <dgm:pt modelId="{E07C3E7B-D68D-40C0-99A7-6F1E6553EE43}" type="pres">
      <dgm:prSet presAssocID="{DD168A03-6FB9-45F9-9A63-4E2C7C78AC7F}" presName="linear" presStyleCnt="0">
        <dgm:presLayoutVars>
          <dgm:animLvl val="lvl"/>
          <dgm:resizeHandles val="exact"/>
        </dgm:presLayoutVars>
      </dgm:prSet>
      <dgm:spPr/>
    </dgm:pt>
    <dgm:pt modelId="{15AA9210-4512-457E-80A5-BD777131153D}" type="pres">
      <dgm:prSet presAssocID="{D2CBFACC-DB73-41C3-84D8-E06EC2614A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61E362-E233-424A-B952-AB18CF80C2A6}" type="pres">
      <dgm:prSet presAssocID="{D2CBFACC-DB73-41C3-84D8-E06EC2614AE3}" presName="childText" presStyleLbl="revTx" presStyleIdx="0" presStyleCnt="2">
        <dgm:presLayoutVars>
          <dgm:bulletEnabled val="1"/>
        </dgm:presLayoutVars>
      </dgm:prSet>
      <dgm:spPr/>
    </dgm:pt>
    <dgm:pt modelId="{44E61688-1572-4CF8-9863-C7A893BE303C}" type="pres">
      <dgm:prSet presAssocID="{39587CBF-B796-4DBC-86AD-6CC6ED23F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8775C6-D23E-4917-8AC9-1F482A153C6A}" type="pres">
      <dgm:prSet presAssocID="{39587CBF-B796-4DBC-86AD-6CC6ED23F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AC4A703-3E1A-4203-A7A5-1FE2B042E089}" srcId="{39587CBF-B796-4DBC-86AD-6CC6ED23FDF3}" destId="{8392AFC3-4567-47F4-8001-AE48DCFB974F}" srcOrd="1" destOrd="0" parTransId="{4849187B-B980-4847-ADD1-308B0F6EC441}" sibTransId="{3E59DE94-7ED0-4496-B360-A5BDAE0E8E46}"/>
    <dgm:cxn modelId="{ACB36804-F1A8-4F16-B8B0-E4559EA7D018}" srcId="{DD168A03-6FB9-45F9-9A63-4E2C7C78AC7F}" destId="{D2CBFACC-DB73-41C3-84D8-E06EC2614AE3}" srcOrd="0" destOrd="0" parTransId="{BC84C00A-A430-4968-9811-DED73DB15848}" sibTransId="{40AAC945-E299-4A79-824D-322615AE3265}"/>
    <dgm:cxn modelId="{2B77001D-0FA4-4579-9565-4F44F8285A9B}" srcId="{D2CBFACC-DB73-41C3-84D8-E06EC2614AE3}" destId="{561C0984-0E54-4E01-93F8-4117AA114154}" srcOrd="0" destOrd="0" parTransId="{AF10B2D9-A610-45CE-8D06-95DAED8837AA}" sibTransId="{9EDD0444-4332-4435-9812-8DF4A5CD3013}"/>
    <dgm:cxn modelId="{04DDBF33-BC0E-4EAC-B7CC-3E4E070F4379}" type="presOf" srcId="{39587CBF-B796-4DBC-86AD-6CC6ED23FDF3}" destId="{44E61688-1572-4CF8-9863-C7A893BE303C}" srcOrd="0" destOrd="0" presId="urn:microsoft.com/office/officeart/2005/8/layout/vList2"/>
    <dgm:cxn modelId="{1F26955F-B254-4120-9AB5-940753F57463}" srcId="{D2CBFACC-DB73-41C3-84D8-E06EC2614AE3}" destId="{A1B6DF99-12C6-4F3E-8C76-50A2576BB3B8}" srcOrd="3" destOrd="0" parTransId="{DD00DCD6-BD51-4B07-AE66-B06C4CD26EF3}" sibTransId="{DA00A984-EC18-4C02-AD96-FD8B12434FDA}"/>
    <dgm:cxn modelId="{F0A08D47-62EF-43AD-BF52-88E1917F4CA7}" type="presOf" srcId="{9D28253C-D92B-4285-BB43-623D8551E71C}" destId="{8161E362-E233-424A-B952-AB18CF80C2A6}" srcOrd="0" destOrd="2" presId="urn:microsoft.com/office/officeart/2005/8/layout/vList2"/>
    <dgm:cxn modelId="{1EAFAB4A-A17E-4152-9453-B37F9C019ADF}" srcId="{39587CBF-B796-4DBC-86AD-6CC6ED23FDF3}" destId="{7536AFE9-07D3-4676-8873-997010269981}" srcOrd="0" destOrd="0" parTransId="{DA334D05-5429-407C-9340-57C98763B7AA}" sibTransId="{BE39CDCA-B7DB-4BC3-A12A-5E0F339C547B}"/>
    <dgm:cxn modelId="{6211D56E-2505-4AFE-9972-6E58C5E06484}" srcId="{D2CBFACC-DB73-41C3-84D8-E06EC2614AE3}" destId="{9D28253C-D92B-4285-BB43-623D8551E71C}" srcOrd="2" destOrd="0" parTransId="{CF5E693F-76EA-4D4A-AE0E-D5052B26D487}" sibTransId="{C6B1A15F-2BE3-4235-A9FD-1DF5006BA9FD}"/>
    <dgm:cxn modelId="{A7C02E76-7770-412F-B199-991B5C0EC7E7}" type="presOf" srcId="{DD168A03-6FB9-45F9-9A63-4E2C7C78AC7F}" destId="{E07C3E7B-D68D-40C0-99A7-6F1E6553EE43}" srcOrd="0" destOrd="0" presId="urn:microsoft.com/office/officeart/2005/8/layout/vList2"/>
    <dgm:cxn modelId="{130AC980-A293-4ABA-8ECE-BB20F6ED6B56}" type="presOf" srcId="{7536AFE9-07D3-4676-8873-997010269981}" destId="{FA8775C6-D23E-4917-8AC9-1F482A153C6A}" srcOrd="0" destOrd="0" presId="urn:microsoft.com/office/officeart/2005/8/layout/vList2"/>
    <dgm:cxn modelId="{61222992-F999-4619-980A-A43BFC1043E1}" type="presOf" srcId="{D2CBFACC-DB73-41C3-84D8-E06EC2614AE3}" destId="{15AA9210-4512-457E-80A5-BD777131153D}" srcOrd="0" destOrd="0" presId="urn:microsoft.com/office/officeart/2005/8/layout/vList2"/>
    <dgm:cxn modelId="{474EC595-1868-4890-8EFB-FF312A46B2AC}" srcId="{D2CBFACC-DB73-41C3-84D8-E06EC2614AE3}" destId="{9DDA78FE-1B7A-46DA-BE37-848A0430EED2}" srcOrd="1" destOrd="0" parTransId="{1497FA1C-4918-45B3-9F55-5A493C821FBE}" sibTransId="{9FF482E0-F054-4CF7-B78F-53CE9B3E1CCF}"/>
    <dgm:cxn modelId="{56906AB4-CF87-4715-84BF-9CE98F679A9D}" srcId="{DD168A03-6FB9-45F9-9A63-4E2C7C78AC7F}" destId="{39587CBF-B796-4DBC-86AD-6CC6ED23FDF3}" srcOrd="1" destOrd="0" parTransId="{383C9AE2-C0C1-47D5-A226-EAC99CDE207C}" sibTransId="{D9C322FD-9E3E-4750-B1BC-8E49144DCFEF}"/>
    <dgm:cxn modelId="{B1C605BB-BBD5-4E62-A9DB-9DD908E351A7}" type="presOf" srcId="{8392AFC3-4567-47F4-8001-AE48DCFB974F}" destId="{FA8775C6-D23E-4917-8AC9-1F482A153C6A}" srcOrd="0" destOrd="1" presId="urn:microsoft.com/office/officeart/2005/8/layout/vList2"/>
    <dgm:cxn modelId="{2680F7D0-0AFA-4CF7-B1C5-0955BF506FCA}" type="presOf" srcId="{A1B6DF99-12C6-4F3E-8C76-50A2576BB3B8}" destId="{8161E362-E233-424A-B952-AB18CF80C2A6}" srcOrd="0" destOrd="3" presId="urn:microsoft.com/office/officeart/2005/8/layout/vList2"/>
    <dgm:cxn modelId="{72844BF7-E0EE-45FE-909A-8C557EB464EC}" type="presOf" srcId="{561C0984-0E54-4E01-93F8-4117AA114154}" destId="{8161E362-E233-424A-B952-AB18CF80C2A6}" srcOrd="0" destOrd="0" presId="urn:microsoft.com/office/officeart/2005/8/layout/vList2"/>
    <dgm:cxn modelId="{9934F7F8-CE55-410C-9E20-542E5C8C89EE}" type="presOf" srcId="{9DDA78FE-1B7A-46DA-BE37-848A0430EED2}" destId="{8161E362-E233-424A-B952-AB18CF80C2A6}" srcOrd="0" destOrd="1" presId="urn:microsoft.com/office/officeart/2005/8/layout/vList2"/>
    <dgm:cxn modelId="{FC69E1E2-8831-4340-9CAB-0E086DB3B1F9}" type="presParOf" srcId="{E07C3E7B-D68D-40C0-99A7-6F1E6553EE43}" destId="{15AA9210-4512-457E-80A5-BD777131153D}" srcOrd="0" destOrd="0" presId="urn:microsoft.com/office/officeart/2005/8/layout/vList2"/>
    <dgm:cxn modelId="{2C704D2B-4990-4FA2-98D1-1CDD2CB2D32A}" type="presParOf" srcId="{E07C3E7B-D68D-40C0-99A7-6F1E6553EE43}" destId="{8161E362-E233-424A-B952-AB18CF80C2A6}" srcOrd="1" destOrd="0" presId="urn:microsoft.com/office/officeart/2005/8/layout/vList2"/>
    <dgm:cxn modelId="{0ACC62B1-BACA-4CC0-9B09-4EE53F459E3C}" type="presParOf" srcId="{E07C3E7B-D68D-40C0-99A7-6F1E6553EE43}" destId="{44E61688-1572-4CF8-9863-C7A893BE303C}" srcOrd="2" destOrd="0" presId="urn:microsoft.com/office/officeart/2005/8/layout/vList2"/>
    <dgm:cxn modelId="{E1F4F801-CE76-4EBD-9418-ADEDDE67737F}" type="presParOf" srcId="{E07C3E7B-D68D-40C0-99A7-6F1E6553EE43}" destId="{FA8775C6-D23E-4917-8AC9-1F482A153C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A9210-4512-457E-80A5-BD777131153D}">
      <dsp:nvSpPr>
        <dsp:cNvPr id="0" name=""/>
        <dsp:cNvSpPr/>
      </dsp:nvSpPr>
      <dsp:spPr>
        <a:xfrm>
          <a:off x="0" y="40093"/>
          <a:ext cx="5082988" cy="74412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정지 마찰력</a:t>
          </a:r>
        </a:p>
      </dsp:txBody>
      <dsp:txXfrm>
        <a:off x="36325" y="76418"/>
        <a:ext cx="5010338" cy="671470"/>
      </dsp:txXfrm>
    </dsp:sp>
    <dsp:sp modelId="{8161E362-E233-424A-B952-AB18CF80C2A6}">
      <dsp:nvSpPr>
        <dsp:cNvPr id="0" name=""/>
        <dsp:cNvSpPr/>
      </dsp:nvSpPr>
      <dsp:spPr>
        <a:xfrm>
          <a:off x="0" y="784214"/>
          <a:ext cx="5082988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85" tIns="30480" rIns="170688" bIns="30480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900" kern="1200" dirty="0"/>
            <a:t> 외력과 같은 크기</a:t>
          </a:r>
          <a:r>
            <a:rPr lang="en-US" altLang="ko-KR" sz="1900" kern="1200" dirty="0"/>
            <a:t>, </a:t>
          </a:r>
          <a:r>
            <a:rPr lang="ko-KR" altLang="en-US" sz="1900" kern="1200" dirty="0"/>
            <a:t>반대 방향</a:t>
          </a:r>
        </a:p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900" kern="1200" dirty="0"/>
            <a:t> 최대 정지 마찰력 </a:t>
          </a:r>
          <a:r>
            <a:rPr lang="en-US" altLang="ko-KR" sz="1900" kern="1200" dirty="0"/>
            <a:t>=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ko-KR" sz="19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altLang="ko-KR" sz="1900" b="0" i="1" kern="1200" smtClean="0">
                      <a:latin typeface="Cambria Math" panose="02040503050406030204" pitchFamily="18" charset="0"/>
                    </a:rPr>
                    <m:t>𝜇</m:t>
                  </m:r>
                </m:e>
                <m:sub>
                  <m:r>
                    <a:rPr lang="en-US" altLang="ko-KR" sz="1900" b="0" i="1" kern="1200" smtClean="0">
                      <a:latin typeface="Cambria Math" panose="02040503050406030204" pitchFamily="18" charset="0"/>
                    </a:rPr>
                    <m:t>𝑠</m:t>
                  </m:r>
                </m:sub>
              </m:sSub>
              <m:r>
                <a:rPr lang="en-US" altLang="ko-KR" sz="19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ko-KR" altLang="en-US" sz="1900" kern="1200" dirty="0"/>
        </a:p>
      </dsp:txBody>
      <dsp:txXfrm>
        <a:off x="0" y="784214"/>
        <a:ext cx="5082988" cy="919080"/>
      </dsp:txXfrm>
    </dsp:sp>
    <dsp:sp modelId="{44E61688-1572-4CF8-9863-C7A893BE303C}">
      <dsp:nvSpPr>
        <dsp:cNvPr id="0" name=""/>
        <dsp:cNvSpPr/>
      </dsp:nvSpPr>
      <dsp:spPr>
        <a:xfrm>
          <a:off x="0" y="1703294"/>
          <a:ext cx="5082988" cy="74412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운동 마찰력</a:t>
          </a:r>
        </a:p>
      </dsp:txBody>
      <dsp:txXfrm>
        <a:off x="36325" y="1739619"/>
        <a:ext cx="5010338" cy="671470"/>
      </dsp:txXfrm>
    </dsp:sp>
    <dsp:sp modelId="{FA8775C6-D23E-4917-8AC9-1F482A153C6A}">
      <dsp:nvSpPr>
        <dsp:cNvPr id="0" name=""/>
        <dsp:cNvSpPr/>
      </dsp:nvSpPr>
      <dsp:spPr>
        <a:xfrm>
          <a:off x="0" y="2447414"/>
          <a:ext cx="5082988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85" tIns="30480" rIns="170688" bIns="30480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900" kern="1200" dirty="0"/>
            <a:t> 일정한 크기</a:t>
          </a:r>
          <a:r>
            <a:rPr lang="en-US" altLang="ko-KR" sz="1900" kern="1200" dirty="0"/>
            <a:t>, </a:t>
          </a:r>
          <a:r>
            <a:rPr lang="ko-KR" altLang="en-US" sz="1900" kern="1200" dirty="0"/>
            <a:t>외력과 반대 방향</a:t>
          </a:r>
        </a:p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900" kern="1200" dirty="0"/>
            <a:t> 운동 마찰력 </a:t>
          </a:r>
          <a:r>
            <a:rPr lang="en-US" altLang="ko-KR" sz="1900" kern="1200" dirty="0"/>
            <a:t>=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ko-KR" sz="19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altLang="ko-KR" sz="1900" b="0" i="1" kern="1200" smtClean="0">
                      <a:latin typeface="Cambria Math" panose="02040503050406030204" pitchFamily="18" charset="0"/>
                    </a:rPr>
                    <m:t>𝜇</m:t>
                  </m:r>
                </m:e>
                <m:sub>
                  <m:r>
                    <a:rPr lang="en-US" altLang="ko-KR" sz="1900" b="0" i="1" kern="1200" smtClean="0">
                      <a:latin typeface="Cambria Math" panose="02040503050406030204" pitchFamily="18" charset="0"/>
                    </a:rPr>
                    <m:t>𝑘</m:t>
                  </m:r>
                </m:sub>
              </m:sSub>
              <m:r>
                <a:rPr lang="en-US" altLang="ko-KR" sz="19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ko-KR" altLang="en-US" sz="1900" kern="1200" dirty="0"/>
        </a:p>
      </dsp:txBody>
      <dsp:txXfrm>
        <a:off x="0" y="2447414"/>
        <a:ext cx="5082988" cy="919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A9210-4512-457E-80A5-BD777131153D}">
      <dsp:nvSpPr>
        <dsp:cNvPr id="0" name=""/>
        <dsp:cNvSpPr/>
      </dsp:nvSpPr>
      <dsp:spPr>
        <a:xfrm>
          <a:off x="0" y="2616"/>
          <a:ext cx="5859103" cy="714464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저항력</a:t>
          </a:r>
        </a:p>
      </dsp:txBody>
      <dsp:txXfrm>
        <a:off x="34877" y="37493"/>
        <a:ext cx="5789349" cy="644710"/>
      </dsp:txXfrm>
    </dsp:sp>
    <dsp:sp modelId="{8161E362-E233-424A-B952-AB18CF80C2A6}">
      <dsp:nvSpPr>
        <dsp:cNvPr id="0" name=""/>
        <dsp:cNvSpPr/>
      </dsp:nvSpPr>
      <dsp:spPr>
        <a:xfrm>
          <a:off x="0" y="717081"/>
          <a:ext cx="5859103" cy="730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27" tIns="19050" rIns="106680" bIns="19050" numCol="1" spcCol="1270" anchor="t" anchorCtr="0">
          <a:noAutofit/>
        </a:bodyPr>
        <a:lstStyle/>
        <a:p>
          <a:pPr marL="114300" lvl="1" indent="-114300" algn="l" defTabSz="6667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500" kern="1200" dirty="0"/>
            <a:t> </a:t>
          </a:r>
          <a:r>
            <a:rPr lang="ko-KR" altLang="en-US" sz="1800" kern="1200" dirty="0"/>
            <a:t>공기나 물과 같은 유체에 의해 운동 방향의 반대로 작용하는 힘을 저항력이라고 한다</a:t>
          </a:r>
          <a:r>
            <a:rPr lang="en-US" altLang="ko-KR" sz="1800" kern="1200" dirty="0"/>
            <a:t>.</a:t>
          </a:r>
          <a:r>
            <a:rPr lang="ko-KR" altLang="en-US" sz="1800" kern="1200" dirty="0"/>
            <a:t> </a:t>
          </a:r>
          <a:endParaRPr lang="ko-KR" altLang="en-US" sz="1500" kern="1200" dirty="0"/>
        </a:p>
      </dsp:txBody>
      <dsp:txXfrm>
        <a:off x="0" y="717081"/>
        <a:ext cx="5859103" cy="730779"/>
      </dsp:txXfrm>
    </dsp:sp>
    <dsp:sp modelId="{44E61688-1572-4CF8-9863-C7A893BE303C}">
      <dsp:nvSpPr>
        <dsp:cNvPr id="0" name=""/>
        <dsp:cNvSpPr/>
      </dsp:nvSpPr>
      <dsp:spPr>
        <a:xfrm>
          <a:off x="0" y="1447861"/>
          <a:ext cx="5859103" cy="714464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저항력 모형</a:t>
          </a:r>
        </a:p>
      </dsp:txBody>
      <dsp:txXfrm>
        <a:off x="34877" y="1482738"/>
        <a:ext cx="5789349" cy="644710"/>
      </dsp:txXfrm>
    </dsp:sp>
    <dsp:sp modelId="{FA8775C6-D23E-4917-8AC9-1F482A153C6A}">
      <dsp:nvSpPr>
        <dsp:cNvPr id="0" name=""/>
        <dsp:cNvSpPr/>
      </dsp:nvSpPr>
      <dsp:spPr>
        <a:xfrm>
          <a:off x="0" y="2162325"/>
          <a:ext cx="5859103" cy="1580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27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800" kern="1200" dirty="0"/>
            <a:t>느린 속력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속력에 비례하는 모형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acc>
                  <m:accPr>
                    <m:chr m:val="⃗"/>
                    <m:ctrlPr>
                      <a:rPr lang="en-US" altLang="ko-KR" sz="1800" b="0" i="1" kern="1200" smtClean="0"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𝑓</m:t>
                    </m:r>
                  </m:e>
                </m:acc>
                <m:r>
                  <a:rPr lang="en-US" altLang="ko-KR" sz="1800" b="0" i="1" kern="1200" smtClean="0">
                    <a:latin typeface="Cambria Math" panose="02040503050406030204" pitchFamily="18" charset="0"/>
                  </a:rPr>
                  <m:t>=−</m:t>
                </m:r>
                <m:r>
                  <a:rPr lang="en-US" altLang="ko-KR" sz="1800" b="0" i="1" kern="1200" smtClean="0">
                    <a:latin typeface="Cambria Math" panose="02040503050406030204" pitchFamily="18" charset="0"/>
                  </a:rPr>
                  <m:t>𝐶</m:t>
                </m:r>
                <m:acc>
                  <m:accPr>
                    <m:chr m:val="⃗"/>
                    <m:ctrlPr>
                      <a:rPr lang="en-US" altLang="ko-KR" sz="1800" b="0" i="1" kern="1200" smtClean="0"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𝑣</m:t>
                    </m:r>
                  </m:e>
                </m:acc>
              </m:oMath>
            </m:oMathPara>
          </a14:m>
          <a:endParaRPr lang="ko-KR" altLang="en-US" sz="1800" kern="1200" dirty="0"/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800" kern="1200" dirty="0"/>
            <a:t>빠른 속력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속력의 제곱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세제곱 등에 비례하는 모형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acc>
                  <m:accPr>
                    <m:chr m:val="⃗"/>
                    <m:ctrlPr>
                      <a:rPr lang="en-US" altLang="ko-KR" sz="1800" b="0" i="1" kern="1200" smtClean="0"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𝑓</m:t>
                    </m:r>
                  </m:e>
                </m:acc>
                <m:r>
                  <a:rPr lang="en-US" altLang="ko-KR" sz="1800" b="0" i="1" kern="1200" smtClean="0">
                    <a:latin typeface="Cambria Math" panose="02040503050406030204" pitchFamily="18" charset="0"/>
                  </a:rPr>
                  <m:t>=−</m:t>
                </m:r>
                <m:d>
                  <m:dPr>
                    <m:ctrlPr>
                      <a:rPr lang="en-US" altLang="ko-KR" sz="1800" b="0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800" b="0" i="1" kern="120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+⋯</m:t>
                    </m:r>
                  </m:e>
                </m:d>
                <m:acc>
                  <m:accPr>
                    <m:chr m:val="̂"/>
                    <m:ctrlPr>
                      <a:rPr lang="en-US" altLang="ko-KR" sz="1800" b="0" i="1" kern="1200" smtClean="0"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n-US" altLang="ko-KR" sz="1800" b="0" i="1" kern="1200" smtClean="0">
                        <a:latin typeface="Cambria Math" panose="02040503050406030204" pitchFamily="18" charset="0"/>
                      </a:rPr>
                      <m:t>𝑣</m:t>
                    </m:r>
                  </m:e>
                </m:acc>
              </m:oMath>
            </m:oMathPara>
          </a14:m>
          <a:endParaRPr lang="ko-KR" altLang="en-US" sz="1800" kern="1200" dirty="0"/>
        </a:p>
      </dsp:txBody>
      <dsp:txXfrm>
        <a:off x="0" y="2162325"/>
        <a:ext cx="5859103" cy="15800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A9210-4512-457E-80A5-BD777131153D}">
      <dsp:nvSpPr>
        <dsp:cNvPr id="0" name=""/>
        <dsp:cNvSpPr/>
      </dsp:nvSpPr>
      <dsp:spPr>
        <a:xfrm>
          <a:off x="0" y="49612"/>
          <a:ext cx="10155892" cy="74529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원운동</a:t>
          </a:r>
        </a:p>
      </dsp:txBody>
      <dsp:txXfrm>
        <a:off x="36382" y="85994"/>
        <a:ext cx="10083128" cy="672526"/>
      </dsp:txXfrm>
    </dsp:sp>
    <dsp:sp modelId="{8161E362-E233-424A-B952-AB18CF80C2A6}">
      <dsp:nvSpPr>
        <dsp:cNvPr id="0" name=""/>
        <dsp:cNvSpPr/>
      </dsp:nvSpPr>
      <dsp:spPr>
        <a:xfrm>
          <a:off x="0" y="794902"/>
          <a:ext cx="10155892" cy="1453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450" tIns="33020" rIns="184912" bIns="33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2000" kern="1200" dirty="0"/>
            <a:t>경로가 원 모양인 운동</a:t>
          </a:r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2000" kern="1200" dirty="0"/>
            <a:t>원은 경로가 닫혀 있으므로</a:t>
          </a:r>
          <a:r>
            <a:rPr lang="en-US" altLang="ko-KR" sz="2000" kern="1200" dirty="0"/>
            <a:t>(</a:t>
          </a:r>
          <a:r>
            <a:rPr lang="ko-KR" altLang="en-US" sz="2000" kern="1200" dirty="0"/>
            <a:t>시작과 끝이 같다</a:t>
          </a:r>
          <a:r>
            <a:rPr lang="en-US" altLang="ko-KR" sz="2000" kern="1200" dirty="0"/>
            <a:t>)</a:t>
          </a:r>
          <a:r>
            <a:rPr lang="ko-KR" altLang="en-US" sz="2000" kern="1200" dirty="0"/>
            <a:t> 주기적인 운동이 된다</a:t>
          </a:r>
          <a:r>
            <a:rPr lang="en-US" altLang="ko-KR" sz="2000" kern="1200" dirty="0"/>
            <a:t>.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2000" kern="1200" dirty="0"/>
            <a:t>원운동 하려면 원의 중심 방향의 가속도가 있어야 한다</a:t>
          </a:r>
          <a:r>
            <a:rPr lang="en-US" altLang="ko-KR" sz="2000" kern="1200" dirty="0"/>
            <a:t>.(</a:t>
          </a:r>
          <a:r>
            <a:rPr lang="ko-KR" altLang="en-US" sz="2000" kern="1200" dirty="0"/>
            <a:t>구심력</a:t>
          </a:r>
          <a:r>
            <a:rPr lang="en-US" altLang="ko-KR" sz="2000" kern="1200" dirty="0"/>
            <a:t>)</a:t>
          </a:r>
          <a:endParaRPr lang="ko-KR" altLang="en-US" sz="2000" kern="1200" dirty="0"/>
        </a:p>
      </dsp:txBody>
      <dsp:txXfrm>
        <a:off x="0" y="794902"/>
        <a:ext cx="10155892" cy="1453139"/>
      </dsp:txXfrm>
    </dsp:sp>
    <dsp:sp modelId="{44E61688-1572-4CF8-9863-C7A893BE303C}">
      <dsp:nvSpPr>
        <dsp:cNvPr id="0" name=""/>
        <dsp:cNvSpPr/>
      </dsp:nvSpPr>
      <dsp:spPr>
        <a:xfrm>
          <a:off x="0" y="2248042"/>
          <a:ext cx="10155892" cy="74529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등속 원운동</a:t>
          </a:r>
        </a:p>
      </dsp:txBody>
      <dsp:txXfrm>
        <a:off x="36382" y="2284424"/>
        <a:ext cx="10083128" cy="672526"/>
      </dsp:txXfrm>
    </dsp:sp>
    <dsp:sp modelId="{FA8775C6-D23E-4917-8AC9-1F482A153C6A}">
      <dsp:nvSpPr>
        <dsp:cNvPr id="0" name=""/>
        <dsp:cNvSpPr/>
      </dsp:nvSpPr>
      <dsp:spPr>
        <a:xfrm>
          <a:off x="0" y="2993332"/>
          <a:ext cx="10155892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450" tIns="33020" rIns="184912" bIns="33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2000" kern="1200" dirty="0"/>
            <a:t> 속력이 일정한 원운동</a:t>
          </a:r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2000" kern="1200" dirty="0"/>
            <a:t> 가속도의 방향이 정확히 원의 중심을 향한다</a:t>
          </a:r>
          <a:r>
            <a:rPr lang="en-US" altLang="ko-KR" sz="2000" kern="1200" dirty="0"/>
            <a:t>.(</a:t>
          </a:r>
          <a:r>
            <a:rPr lang="ko-KR" altLang="en-US" sz="2000" kern="1200" dirty="0"/>
            <a:t>구심력만 존재한다</a:t>
          </a:r>
          <a:r>
            <a:rPr lang="en-US" altLang="ko-KR" sz="2000" kern="1200" dirty="0"/>
            <a:t>.)</a:t>
          </a:r>
          <a:endParaRPr lang="ko-KR" altLang="en-US" sz="2000" kern="1200" dirty="0"/>
        </a:p>
      </dsp:txBody>
      <dsp:txXfrm>
        <a:off x="0" y="2993332"/>
        <a:ext cx="10155892" cy="968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A9210-4512-457E-80A5-BD777131153D}">
      <dsp:nvSpPr>
        <dsp:cNvPr id="0" name=""/>
        <dsp:cNvSpPr/>
      </dsp:nvSpPr>
      <dsp:spPr>
        <a:xfrm>
          <a:off x="0" y="29812"/>
          <a:ext cx="10155892" cy="74646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진자</a:t>
          </a:r>
        </a:p>
      </dsp:txBody>
      <dsp:txXfrm>
        <a:off x="36439" y="66251"/>
        <a:ext cx="10083014" cy="673582"/>
      </dsp:txXfrm>
    </dsp:sp>
    <dsp:sp modelId="{8161E362-E233-424A-B952-AB18CF80C2A6}">
      <dsp:nvSpPr>
        <dsp:cNvPr id="0" name=""/>
        <dsp:cNvSpPr/>
      </dsp:nvSpPr>
      <dsp:spPr>
        <a:xfrm>
          <a:off x="0" y="776273"/>
          <a:ext cx="10155892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450" tIns="27940" rIns="156464" bIns="27940" numCol="1" spcCol="1270" anchor="t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한 점에 고정되어 중력에 의해 왕복 운동하는 물체</a:t>
          </a:r>
        </a:p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고정된 점을 원의 중심으로 하는 원호 모양 경로로 운동한다</a:t>
          </a:r>
          <a:r>
            <a:rPr lang="en-US" altLang="ko-KR" sz="1700" kern="1200" dirty="0"/>
            <a:t>.</a:t>
          </a:r>
          <a:endParaRPr lang="ko-KR" altLang="en-US" sz="1700" kern="1200" dirty="0"/>
        </a:p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진자 운동은 주기적인 운동이다</a:t>
          </a:r>
          <a:r>
            <a:rPr lang="en-US" altLang="ko-KR" sz="1700" kern="1200" dirty="0"/>
            <a:t>.</a:t>
          </a:r>
          <a:endParaRPr lang="ko-KR" altLang="en-US" sz="1700" kern="1200" dirty="0"/>
        </a:p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진동하는 각도가 아주 작으면 직선 왕복 운동으로 근사할 수 있는데 이를 </a:t>
          </a:r>
          <a:r>
            <a:rPr lang="ko-KR" altLang="en-US" sz="1700" kern="1200" dirty="0" err="1"/>
            <a:t>단진동이라고</a:t>
          </a:r>
          <a:r>
            <a:rPr lang="ko-KR" altLang="en-US" sz="1700" kern="1200" dirty="0"/>
            <a:t> 한다</a:t>
          </a:r>
          <a:r>
            <a:rPr lang="en-US" altLang="ko-KR" sz="1700" kern="1200" dirty="0"/>
            <a:t>.</a:t>
          </a:r>
          <a:endParaRPr lang="ko-KR" altLang="en-US" sz="1700" kern="1200" dirty="0"/>
        </a:p>
      </dsp:txBody>
      <dsp:txXfrm>
        <a:off x="0" y="776273"/>
        <a:ext cx="10155892" cy="1639440"/>
      </dsp:txXfrm>
    </dsp:sp>
    <dsp:sp modelId="{44E61688-1572-4CF8-9863-C7A893BE303C}">
      <dsp:nvSpPr>
        <dsp:cNvPr id="0" name=""/>
        <dsp:cNvSpPr/>
      </dsp:nvSpPr>
      <dsp:spPr>
        <a:xfrm>
          <a:off x="0" y="2415713"/>
          <a:ext cx="10155892" cy="74646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진자 운동과 원운동</a:t>
          </a:r>
        </a:p>
      </dsp:txBody>
      <dsp:txXfrm>
        <a:off x="36439" y="2452152"/>
        <a:ext cx="10083014" cy="673582"/>
      </dsp:txXfrm>
    </dsp:sp>
    <dsp:sp modelId="{FA8775C6-D23E-4917-8AC9-1F482A153C6A}">
      <dsp:nvSpPr>
        <dsp:cNvPr id="0" name=""/>
        <dsp:cNvSpPr/>
      </dsp:nvSpPr>
      <dsp:spPr>
        <a:xfrm>
          <a:off x="0" y="3162173"/>
          <a:ext cx="10155892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450" tIns="27940" rIns="156464" bIns="27940" numCol="1" spcCol="1270" anchor="t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진자 운동은 등속이 아닌 원운동의 한 종류로 볼 수 있다</a:t>
          </a:r>
          <a:r>
            <a:rPr lang="en-US" altLang="ko-KR" sz="1700" kern="1200" dirty="0"/>
            <a:t>.</a:t>
          </a:r>
          <a:endParaRPr lang="ko-KR" altLang="en-US" sz="1700" kern="1200" dirty="0"/>
        </a:p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700" kern="1200" dirty="0"/>
            <a:t>진자 운동은 위치에 따른 구심력과 </a:t>
          </a:r>
          <a:r>
            <a:rPr lang="ko-KR" altLang="en-US" sz="1700" kern="1200" dirty="0" err="1"/>
            <a:t>접선력이</a:t>
          </a:r>
          <a:r>
            <a:rPr lang="ko-KR" altLang="en-US" sz="1700" kern="1200" dirty="0"/>
            <a:t> 작용한다</a:t>
          </a:r>
          <a:r>
            <a:rPr lang="en-US" altLang="ko-KR" sz="1700" kern="1200" dirty="0"/>
            <a:t>.</a:t>
          </a:r>
          <a:endParaRPr lang="ko-KR" altLang="en-US" sz="1700" kern="1200" dirty="0"/>
        </a:p>
      </dsp:txBody>
      <dsp:txXfrm>
        <a:off x="0" y="3162173"/>
        <a:ext cx="10155892" cy="819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02:26:07.45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0,'0'4,"0"2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BB48C-E5DF-44E4-9368-4CD2D8A561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3C28C-2472-405F-A031-F60E9780C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555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11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943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924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498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559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벡터의 </a:t>
            </a:r>
            <a:r>
              <a:rPr lang="ko-KR" altLang="en-US" dirty="0" err="1"/>
              <a:t>스칼라곱은</a:t>
            </a:r>
            <a:r>
              <a:rPr lang="ko-KR" altLang="en-US" dirty="0"/>
              <a:t> 내적</a:t>
            </a:r>
            <a:r>
              <a:rPr lang="en-US" altLang="ko-KR" dirty="0"/>
              <a:t>, </a:t>
            </a:r>
            <a:r>
              <a:rPr lang="ko-KR" altLang="en-US" dirty="0" err="1"/>
              <a:t>점곱이라고도</a:t>
            </a:r>
            <a:r>
              <a:rPr lang="ko-KR" altLang="en-US" dirty="0"/>
              <a:t> 부른다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벡터의 </a:t>
            </a:r>
            <a:r>
              <a:rPr lang="ko-KR" altLang="en-US" dirty="0" err="1"/>
              <a:t>벡터곱은</a:t>
            </a:r>
            <a:r>
              <a:rPr lang="ko-KR" altLang="en-US" dirty="0"/>
              <a:t> 외적</a:t>
            </a:r>
            <a:r>
              <a:rPr lang="en-US" altLang="ko-KR" dirty="0"/>
              <a:t>, </a:t>
            </a:r>
            <a:r>
              <a:rPr lang="ko-KR" altLang="en-US" dirty="0" err="1"/>
              <a:t>크로스곱이라고도</a:t>
            </a:r>
            <a:r>
              <a:rPr lang="ko-KR" altLang="en-US" dirty="0"/>
              <a:t> 부른다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631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843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860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sz="1400" dirty="0"/>
                  <a:t>세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400" dirty="0"/>
                  <a:t>는 삼각형을 이룬다</a:t>
                </a:r>
                <a:r>
                  <a:rPr lang="en-US" altLang="ko-KR" sz="1400" dirty="0"/>
                  <a:t>.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sz="1400" dirty="0"/>
                  <a:t>세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벡터 </a:t>
                </a:r>
                <a:r>
                  <a:rPr lang="en-US" altLang="ko-KR" sz="14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𝑠 ⃗</a:t>
                </a:r>
                <a:r>
                  <a:rPr lang="en-US" altLang="ko-KR" sz="1400" dirty="0"/>
                  <a:t>, </a:t>
                </a:r>
                <a:r>
                  <a:rPr lang="en-US" altLang="ko-KR" sz="14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(𝑣_0 ) ⃗𝑡</a:t>
                </a:r>
                <a:r>
                  <a:rPr lang="en-US" altLang="ko-KR" sz="1400" dirty="0"/>
                  <a:t>, </a:t>
                </a:r>
                <a:r>
                  <a:rPr lang="en-US" altLang="ko-KR" sz="14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1/2  𝑘 ⃗/𝑚 𝑡^2</a:t>
                </a:r>
                <a:r>
                  <a:rPr lang="ko-KR" altLang="en-US" sz="1400" dirty="0"/>
                  <a:t>는 삼각형을 이룬다</a:t>
                </a:r>
                <a:r>
                  <a:rPr lang="en-US" altLang="ko-KR" sz="1400" dirty="0"/>
                  <a:t>.</a:t>
                </a:r>
                <a:endParaRPr lang="ko-KR" altLang="en-US" sz="1400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186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778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포물선은 대칭적 곡선</a:t>
            </a:r>
            <a:r>
              <a:rPr lang="en-US" altLang="ko-KR" dirty="0"/>
              <a:t>,</a:t>
            </a:r>
            <a:r>
              <a:rPr lang="ko-KR" altLang="en-US" dirty="0"/>
              <a:t> 문제 풀이에서 대칭성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438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081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altLang="ko-KR" sz="1200" b="0" i="0" dirty="0">
                    <a:latin typeface="Cambria Math" panose="02040503050406030204" pitchFamily="18" charset="0"/>
                  </a:rPr>
                  <a:t>𝐷=(𝑣_0^2)/𝑔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805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27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물리학 역학적 에너지 단원 복습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296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물리학 역학적 에너지 단원 복습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564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42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17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원운동은 출발점을 원점으로 두지 않고 원의 중심을 원점으로 둔다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즉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원운동은 출발점을 원점으로 두지 않고 원의 중심을 원점으로 둔다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즉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𝑟 ⃗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≠𝑠 ⃗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75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𝑑𝑙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b="0" i="0">
                    <a:latin typeface="Cambria Math" panose="02040503050406030204" pitchFamily="18" charset="0"/>
                  </a:rPr>
                  <a:t>𝑣 ⃗=(𝑣_𝑥  , 𝑣_𝑦 )=(𝑣 ,𝜃)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en-US" altLang="ko-KR" b="0" i="0">
                    <a:latin typeface="Cambria Math" panose="02040503050406030204" pitchFamily="18" charset="0"/>
                  </a:rPr>
                  <a:t>𝜃=𝑙/𝑟 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</a:t>
                </a:r>
                <a:r>
                  <a:rPr lang="en-US" altLang="ko-KR" sz="12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𝑑𝜃/𝑑𝑡=1/𝑟  𝑑𝑙/𝑑𝑡=𝑣/𝑟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84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559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784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등속 원운동의 운동 방정식</a:t>
                </a: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acc>
                        <m:accPr>
                          <m:chr m:val="̂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등속 원운동의 운동 방정식</a:t>
                </a:r>
                <a:endParaRPr lang="en-US" altLang="ko-KR" dirty="0"/>
              </a:p>
              <a:p>
                <a:r>
                  <a:rPr lang="en-US" altLang="ko-KR" b="0" i="0">
                    <a:latin typeface="Cambria Math" panose="02040503050406030204" pitchFamily="18" charset="0"/>
                  </a:rPr>
                  <a:t>𝐹 ⃗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=𝑚 (𝑑^2 𝑠 ⃗)/(𝑑𝑡^2 )=−𝑘𝑟 ̂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4890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545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194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  <a:endParaRPr lang="en-US" altLang="ko-KR" dirty="0"/>
          </a:p>
          <a:p>
            <a:r>
              <a:rPr lang="ko-KR" altLang="en-US" dirty="0"/>
              <a:t>속력이 빠르고 곡률 반지름이 작을 수록 큰 구심력이 필요하다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자동차가 급커브를 돌 때는 구심력이 부족해지지 않도록 속력을 </a:t>
            </a:r>
            <a:r>
              <a:rPr lang="ko-KR" altLang="en-US" dirty="0" err="1"/>
              <a:t>작게해야한다</a:t>
            </a:r>
            <a:r>
              <a:rPr lang="en-US" altLang="ko-KR" dirty="0"/>
              <a:t>. </a:t>
            </a:r>
            <a:r>
              <a:rPr lang="ko-KR" altLang="en-US" dirty="0"/>
              <a:t>모터스포츠에서 선수는 자동차의 곡률 반지름이 최대가 되는 경로를 선택한다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속력을 증가시키기 위해서는 접선 방향 힘이 필요하다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해머 던지기처럼 줄을 잡고 돌릴 때</a:t>
            </a:r>
            <a:r>
              <a:rPr lang="en-US" altLang="ko-KR" dirty="0"/>
              <a:t>,</a:t>
            </a:r>
            <a:r>
              <a:rPr lang="ko-KR" altLang="en-US" dirty="0"/>
              <a:t> 더 빨리 돌리기 위해서는 줄을 물체의 전진 방향으로 끌어당겨야 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3C28C-2472-405F-A031-F60E9780C61D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57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72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66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82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68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15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16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74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507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50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5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83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3D35203-8CA2-4B5B-BD2D-2251EA5049A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8E7D379-F7E0-4E13-9BAA-388AEE5F17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4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7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70.png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Relationship Id="rId1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E3984-88EC-4EB0-82E1-003E747BD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역학과 에너지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BDAE3A-6560-47F1-9F78-E3EB98595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Ⅰ </a:t>
            </a:r>
            <a:r>
              <a:rPr lang="ko-KR" altLang="en-US" dirty="0"/>
              <a:t>시공간과 운동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힘과 운동</a:t>
            </a:r>
          </a:p>
        </p:txBody>
      </p:sp>
    </p:spTree>
    <p:extLst>
      <p:ext uri="{BB962C8B-B14F-4D97-AF65-F5344CB8AC3E}">
        <p14:creationId xmlns:p14="http://schemas.microsoft.com/office/powerpoint/2010/main" val="255267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7899D99-69D4-4FC6-9BD5-B63F4DDB2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힘의 합성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F7B18F78-9853-40D4-9D4F-FB8CF0E12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힘과 운동</a:t>
            </a:r>
          </a:p>
        </p:txBody>
      </p:sp>
    </p:spTree>
    <p:extLst>
      <p:ext uri="{BB962C8B-B14F-4D97-AF65-F5344CB8AC3E}">
        <p14:creationId xmlns:p14="http://schemas.microsoft.com/office/powerpoint/2010/main" val="283772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807B3-4F26-433A-AB3F-460D104D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F7A46-9A6A-4FE6-B892-C36A09B40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2820" y="2652557"/>
            <a:ext cx="4657344" cy="8257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ko-KR" altLang="en-US" sz="2800" dirty="0"/>
              <a:t> </a:t>
            </a:r>
            <a:r>
              <a:rPr lang="ko-KR" altLang="en-US" sz="2800" dirty="0" err="1">
                <a:solidFill>
                  <a:schemeClr val="accent1">
                    <a:lumMod val="50000"/>
                  </a:schemeClr>
                </a:solidFill>
              </a:rPr>
              <a:t>합력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altLang="ko-KR" dirty="0"/>
              <a:t> </a:t>
            </a:r>
            <a:r>
              <a:rPr lang="ko-KR" altLang="en-US" dirty="0"/>
              <a:t>여러 힘을 합한 결과로 얻는 하나의 힘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5869E17-082A-422D-9609-8378D13327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3" t="15885" r="3200" b="11361"/>
          <a:stretch/>
        </p:blipFill>
        <p:spPr>
          <a:xfrm>
            <a:off x="5876925" y="2247106"/>
            <a:ext cx="5064469" cy="2145600"/>
          </a:xfr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59F4CE2F-881B-4192-8D96-6C5F8C2E7955}"/>
              </a:ext>
            </a:extLst>
          </p:cNvPr>
          <p:cNvSpPr txBox="1">
            <a:spLocks/>
          </p:cNvSpPr>
          <p:nvPr/>
        </p:nvSpPr>
        <p:spPr>
          <a:xfrm>
            <a:off x="2457729" y="5134009"/>
            <a:ext cx="7171764" cy="540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나란하지 않은 힘의 </a:t>
            </a:r>
            <a:r>
              <a:rPr lang="ko-KR" alt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합력은</a:t>
            </a:r>
            <a:r>
              <a:rPr lang="ko-KR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어떻게 구할까</a:t>
            </a:r>
            <a:r>
              <a:rPr lang="en-US" altLang="ko-KR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2A6E57B-FDEA-4838-9631-1FE30ACD1042}"/>
                  </a:ext>
                </a:extLst>
              </p14:cNvPr>
              <p14:cNvContentPartPr/>
              <p14:nvPr/>
            </p14:nvContentPartPr>
            <p14:xfrm>
              <a:off x="7377755" y="5593885"/>
              <a:ext cx="360" cy="39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2A6E57B-FDEA-4838-9631-1FE30ACD10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69115" y="5584885"/>
                <a:ext cx="1800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14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CCCBA00-516E-4ACE-8AAD-BDF480E6ABBD}"/>
              </a:ext>
            </a:extLst>
          </p:cNvPr>
          <p:cNvSpPr/>
          <p:nvPr/>
        </p:nvSpPr>
        <p:spPr>
          <a:xfrm>
            <a:off x="6376561" y="1961582"/>
            <a:ext cx="5029200" cy="4420168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4FF0BA9-8187-46C6-9657-14D1A9F2D7DB}"/>
              </a:ext>
            </a:extLst>
          </p:cNvPr>
          <p:cNvSpPr/>
          <p:nvPr/>
        </p:nvSpPr>
        <p:spPr>
          <a:xfrm>
            <a:off x="734359" y="1961582"/>
            <a:ext cx="5029200" cy="4420168"/>
          </a:xfrm>
          <a:prstGeom prst="roundRect">
            <a:avLst>
              <a:gd name="adj" fmla="val 7651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A0F7D48-50CA-48B7-BB3F-1E79F3AC4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931" y="2172381"/>
            <a:ext cx="4663440" cy="852061"/>
          </a:xfrm>
        </p:spPr>
        <p:txBody>
          <a:bodyPr>
            <a:norm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벡터와 스칼라</a:t>
            </a:r>
            <a:endParaRPr lang="en-US" altLang="ko-K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543A2-40E1-4287-8F80-84441D89F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1931" y="3410309"/>
            <a:ext cx="4663440" cy="174271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2000" dirty="0"/>
              <a:t> 벡터 </a:t>
            </a:r>
            <a:r>
              <a:rPr lang="en-US" altLang="ko-KR" sz="2000" dirty="0"/>
              <a:t>:  </a:t>
            </a:r>
            <a:r>
              <a:rPr lang="ko-KR" altLang="en-US" sz="2000" dirty="0"/>
              <a:t>크기와 방향을 가지는 양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 스칼라 </a:t>
            </a:r>
            <a:r>
              <a:rPr lang="en-US" altLang="ko-KR" sz="2000" dirty="0"/>
              <a:t>: </a:t>
            </a:r>
            <a:r>
              <a:rPr lang="ko-KR" altLang="en-US" sz="2000" dirty="0"/>
              <a:t>크기만 가지는 양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B34A564-C8E4-473F-A56E-FC7AC9085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9441" y="2170349"/>
            <a:ext cx="4663440" cy="850855"/>
          </a:xfrm>
        </p:spPr>
        <p:txBody>
          <a:bodyPr>
            <a:norm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요소와 표기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AE5A03-BD83-4E97-83B2-C5C63BE2BC9A}"/>
                  </a:ext>
                </a:extLst>
              </p:cNvPr>
              <p:cNvSpPr txBox="1"/>
              <p:nvPr/>
            </p:nvSpPr>
            <p:spPr>
              <a:xfrm>
                <a:off x="8824486" y="3049843"/>
                <a:ext cx="501356" cy="833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AE5A03-BD83-4E97-83B2-C5C63BE2B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486" y="3049843"/>
                <a:ext cx="501356" cy="833113"/>
              </a:xfrm>
              <a:prstGeom prst="rect">
                <a:avLst/>
              </a:prstGeom>
              <a:blipFill>
                <a:blip r:embed="rId2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37AC6F-23B9-4DAB-B57F-A5F2BA135551}"/>
                  </a:ext>
                </a:extLst>
              </p:cNvPr>
              <p:cNvSpPr txBox="1"/>
              <p:nvPr/>
            </p:nvSpPr>
            <p:spPr>
              <a:xfrm>
                <a:off x="9817226" y="3161284"/>
                <a:ext cx="512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4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37AC6F-23B9-4DAB-B57F-A5F2BA13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226" y="3161284"/>
                <a:ext cx="512961" cy="721672"/>
              </a:xfrm>
              <a:prstGeom prst="rect">
                <a:avLst/>
              </a:prstGeom>
              <a:blipFill>
                <a:blip r:embed="rId3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7CBD38-44EA-4B1E-8E71-BD09DAC7F593}"/>
                  </a:ext>
                </a:extLst>
              </p:cNvPr>
              <p:cNvSpPr txBox="1"/>
              <p:nvPr/>
            </p:nvSpPr>
            <p:spPr>
              <a:xfrm>
                <a:off x="8824486" y="3996098"/>
                <a:ext cx="50135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4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7CBD38-44EA-4B1E-8E71-BD09DAC7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486" y="3996098"/>
                <a:ext cx="501356" cy="721672"/>
              </a:xfrm>
              <a:prstGeom prst="rect">
                <a:avLst/>
              </a:prstGeom>
              <a:blipFill>
                <a:blip r:embed="rId4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45B3FE-B13A-487A-8F63-4A4F4302598F}"/>
                  </a:ext>
                </a:extLst>
              </p:cNvPr>
              <p:cNvSpPr txBox="1"/>
              <p:nvPr/>
            </p:nvSpPr>
            <p:spPr>
              <a:xfrm>
                <a:off x="9627462" y="3884657"/>
                <a:ext cx="892488" cy="833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4800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4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45B3FE-B13A-487A-8F63-4A4F43025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7462" y="3884657"/>
                <a:ext cx="892488" cy="8331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657A5B-1884-4ADF-9175-5657FC8B7AE4}"/>
                  </a:ext>
                </a:extLst>
              </p:cNvPr>
              <p:cNvSpPr txBox="1"/>
              <p:nvPr/>
            </p:nvSpPr>
            <p:spPr>
              <a:xfrm>
                <a:off x="8824486" y="4823187"/>
                <a:ext cx="1605952" cy="11884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4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4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4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num>
                      <m:den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657A5B-1884-4ADF-9175-5657FC8B7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486" y="4823187"/>
                <a:ext cx="1605952" cy="1188467"/>
              </a:xfrm>
              <a:prstGeom prst="rect">
                <a:avLst/>
              </a:prstGeom>
              <a:blipFill>
                <a:blip r:embed="rId6"/>
                <a:stretch>
                  <a:fillRect l="-7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93E0748-D6FE-4482-A2A2-B369A767564B}"/>
              </a:ext>
            </a:extLst>
          </p:cNvPr>
          <p:cNvSpPr txBox="1"/>
          <p:nvPr/>
        </p:nvSpPr>
        <p:spPr>
          <a:xfrm>
            <a:off x="6744865" y="3353702"/>
            <a:ext cx="151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벡터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8AA3F-A257-4C2E-BDB7-67166B153A32}"/>
              </a:ext>
            </a:extLst>
          </p:cNvPr>
          <p:cNvSpPr txBox="1"/>
          <p:nvPr/>
        </p:nvSpPr>
        <p:spPr>
          <a:xfrm>
            <a:off x="6749865" y="4265436"/>
            <a:ext cx="182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벡터의 크기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80A19D-4516-48CF-BE87-F1B05FDA150C}"/>
              </a:ext>
            </a:extLst>
          </p:cNvPr>
          <p:cNvSpPr txBox="1"/>
          <p:nvPr/>
        </p:nvSpPr>
        <p:spPr>
          <a:xfrm>
            <a:off x="6749865" y="5338036"/>
            <a:ext cx="182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벡터의 방향</a:t>
            </a:r>
          </a:p>
        </p:txBody>
      </p:sp>
    </p:spTree>
    <p:extLst>
      <p:ext uri="{BB962C8B-B14F-4D97-AF65-F5344CB8AC3E}">
        <p14:creationId xmlns:p14="http://schemas.microsoft.com/office/powerpoint/2010/main" val="406527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821053D-5C24-48D1-95EF-0D26AA8CFCD6}"/>
              </a:ext>
            </a:extLst>
          </p:cNvPr>
          <p:cNvSpPr/>
          <p:nvPr/>
        </p:nvSpPr>
        <p:spPr>
          <a:xfrm>
            <a:off x="5641566" y="3669879"/>
            <a:ext cx="5597934" cy="2616621"/>
          </a:xfrm>
          <a:prstGeom prst="roundRect">
            <a:avLst>
              <a:gd name="adj" fmla="val 7651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1"/>
            <a:ext cx="10753725" cy="1417320"/>
          </a:xfrm>
        </p:spPr>
        <p:txBody>
          <a:bodyPr lIns="0"/>
          <a:lstStyle/>
          <a:p>
            <a:r>
              <a:rPr lang="ko-KR" altLang="en-US" b="1" dirty="0"/>
              <a:t>동일한 벡터</a:t>
            </a:r>
            <a:endParaRPr lang="en-US" altLang="ko-KR" b="1" dirty="0"/>
          </a:p>
          <a:p>
            <a:r>
              <a:rPr lang="ko-KR" altLang="en-US" sz="2000" dirty="0"/>
              <a:t>벡터의 위치</a:t>
            </a:r>
            <a:r>
              <a:rPr lang="en-US" altLang="ko-KR" sz="2000" dirty="0"/>
              <a:t>(</a:t>
            </a:r>
            <a:r>
              <a:rPr lang="ko-KR" altLang="en-US" sz="2000" dirty="0"/>
              <a:t>시작점</a:t>
            </a:r>
            <a:r>
              <a:rPr lang="en-US" altLang="ko-KR" sz="2000" dirty="0"/>
              <a:t>)</a:t>
            </a:r>
            <a:r>
              <a:rPr lang="ko-KR" altLang="en-US" sz="2000" dirty="0"/>
              <a:t>과 상관없이 </a:t>
            </a:r>
            <a:r>
              <a:rPr lang="ko-KR" altLang="en-US" sz="2000" b="1" dirty="0"/>
              <a:t>크기</a:t>
            </a:r>
            <a:r>
              <a:rPr lang="ko-KR" altLang="en-US" sz="2000" dirty="0"/>
              <a:t>와 </a:t>
            </a:r>
            <a:r>
              <a:rPr lang="ko-KR" altLang="en-US" sz="2000" b="1" dirty="0"/>
              <a:t>방향</a:t>
            </a:r>
            <a:r>
              <a:rPr lang="ko-KR" altLang="en-US" sz="2000" dirty="0"/>
              <a:t>이 모두 같으면 동일한 벡터이다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크기와 방향 둘 중 하나라도 다르면 두 벡터는 </a:t>
            </a:r>
            <a:r>
              <a:rPr lang="ko-KR" altLang="en-US" sz="2000" b="1" dirty="0"/>
              <a:t>같지 않다</a:t>
            </a:r>
            <a:r>
              <a:rPr lang="en-US" altLang="ko-KR" sz="2000" b="1" dirty="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61AE70-243D-44FE-8B3B-8A3A237B8C5D}"/>
              </a:ext>
            </a:extLst>
          </p:cNvPr>
          <p:cNvCxnSpPr/>
          <p:nvPr/>
        </p:nvCxnSpPr>
        <p:spPr>
          <a:xfrm flipV="1">
            <a:off x="1561354" y="4586783"/>
            <a:ext cx="1440000" cy="108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/>
              <p:nvPr/>
            </p:nvSpPr>
            <p:spPr>
              <a:xfrm>
                <a:off x="2235794" y="5425210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94" y="5425210"/>
                <a:ext cx="451284" cy="485967"/>
              </a:xfrm>
              <a:prstGeom prst="rect">
                <a:avLst/>
              </a:prstGeom>
              <a:blipFill>
                <a:blip r:embed="rId2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92EE98E-2CDC-40AC-96B8-F5146EF0CD5C}"/>
              </a:ext>
            </a:extLst>
          </p:cNvPr>
          <p:cNvCxnSpPr/>
          <p:nvPr/>
        </p:nvCxnSpPr>
        <p:spPr>
          <a:xfrm flipV="1">
            <a:off x="3001354" y="4586783"/>
            <a:ext cx="1440000" cy="1080000"/>
          </a:xfrm>
          <a:prstGeom prst="straightConnector1">
            <a:avLst/>
          </a:prstGeom>
          <a:ln w="571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/>
              <p:nvPr/>
            </p:nvSpPr>
            <p:spPr>
              <a:xfrm>
                <a:off x="3801299" y="5453751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299" y="5453751"/>
                <a:ext cx="451284" cy="483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5679BD6-E4D7-493A-A567-AE2D662CD522}"/>
                  </a:ext>
                </a:extLst>
              </p:cNvPr>
              <p:cNvSpPr/>
              <p:nvPr/>
            </p:nvSpPr>
            <p:spPr>
              <a:xfrm>
                <a:off x="2537181" y="3864473"/>
                <a:ext cx="1062599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5679BD6-E4D7-493A-A567-AE2D662CD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181" y="3864473"/>
                <a:ext cx="1062599" cy="508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FC0B5A9-BEC9-4ED2-B07E-A2A60DF7842E}"/>
              </a:ext>
            </a:extLst>
          </p:cNvPr>
          <p:cNvCxnSpPr/>
          <p:nvPr/>
        </p:nvCxnSpPr>
        <p:spPr>
          <a:xfrm flipV="1">
            <a:off x="6255293" y="4586783"/>
            <a:ext cx="1440000" cy="108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4F82A0-DC5F-4E84-A962-6ED702C230D8}"/>
                  </a:ext>
                </a:extLst>
              </p:cNvPr>
              <p:cNvSpPr txBox="1"/>
              <p:nvPr/>
            </p:nvSpPr>
            <p:spPr>
              <a:xfrm>
                <a:off x="6749651" y="5460922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4F82A0-DC5F-4E84-A962-6ED702C2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651" y="5460922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707A570-88BB-4369-AF67-3AF2E4DB2F04}"/>
              </a:ext>
            </a:extLst>
          </p:cNvPr>
          <p:cNvCxnSpPr>
            <a:cxnSpLocks/>
          </p:cNvCxnSpPr>
          <p:nvPr/>
        </p:nvCxnSpPr>
        <p:spPr>
          <a:xfrm flipV="1">
            <a:off x="7969745" y="5155324"/>
            <a:ext cx="720000" cy="540000"/>
          </a:xfrm>
          <a:prstGeom prst="straightConnector1">
            <a:avLst/>
          </a:prstGeom>
          <a:ln w="571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A3DE29-B0CA-4B94-B046-D556C0E1F8A2}"/>
                  </a:ext>
                </a:extLst>
              </p:cNvPr>
              <p:cNvSpPr txBox="1"/>
              <p:nvPr/>
            </p:nvSpPr>
            <p:spPr>
              <a:xfrm>
                <a:off x="8411102" y="5445960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A3DE29-B0CA-4B94-B046-D556C0E1F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102" y="5445960"/>
                <a:ext cx="451284" cy="4831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7764912" y="3864473"/>
                <a:ext cx="1660647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912" y="3864473"/>
                <a:ext cx="1660647" cy="5088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C8BE169-9C78-492E-A1AD-3E4DFC3B8D2C}"/>
              </a:ext>
            </a:extLst>
          </p:cNvPr>
          <p:cNvCxnSpPr>
            <a:cxnSpLocks/>
          </p:cNvCxnSpPr>
          <p:nvPr/>
        </p:nvCxnSpPr>
        <p:spPr>
          <a:xfrm rot="900000" flipV="1">
            <a:off x="9446661" y="4754733"/>
            <a:ext cx="1440000" cy="1080000"/>
          </a:xfrm>
          <a:prstGeom prst="straightConnector1">
            <a:avLst/>
          </a:prstGeom>
          <a:ln w="571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/>
              <p:nvPr/>
            </p:nvSpPr>
            <p:spPr>
              <a:xfrm>
                <a:off x="10099820" y="5460922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820" y="5460922"/>
                <a:ext cx="451284" cy="4859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C2381E-AD1E-4D99-B650-B86D8C664369}"/>
              </a:ext>
            </a:extLst>
          </p:cNvPr>
          <p:cNvSpPr/>
          <p:nvPr/>
        </p:nvSpPr>
        <p:spPr>
          <a:xfrm>
            <a:off x="676656" y="3669879"/>
            <a:ext cx="4650633" cy="2616621"/>
          </a:xfrm>
          <a:prstGeom prst="roundRect">
            <a:avLst>
              <a:gd name="adj" fmla="val 7651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78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4B22E0-88BB-465B-8363-C5D968573439}"/>
              </a:ext>
            </a:extLst>
          </p:cNvPr>
          <p:cNvSpPr/>
          <p:nvPr/>
        </p:nvSpPr>
        <p:spPr>
          <a:xfrm>
            <a:off x="6028520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덧셈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합성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61AE70-243D-44FE-8B3B-8A3A237B8C5D}"/>
              </a:ext>
            </a:extLst>
          </p:cNvPr>
          <p:cNvCxnSpPr/>
          <p:nvPr/>
        </p:nvCxnSpPr>
        <p:spPr>
          <a:xfrm flipV="1">
            <a:off x="1576470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/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blipFill>
                <a:blip r:embed="rId3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92EE98E-2CDC-40AC-96B8-F5146EF0CD5C}"/>
              </a:ext>
            </a:extLst>
          </p:cNvPr>
          <p:cNvCxnSpPr/>
          <p:nvPr/>
        </p:nvCxnSpPr>
        <p:spPr>
          <a:xfrm flipV="1">
            <a:off x="1576470" y="5353725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/>
              <p:nvPr/>
            </p:nvSpPr>
            <p:spPr>
              <a:xfrm>
                <a:off x="2466304" y="5515021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304" y="5515021"/>
                <a:ext cx="451284" cy="483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1204231" y="2621525"/>
                <a:ext cx="1626536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1" y="2621525"/>
                <a:ext cx="1626536" cy="5088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/>
              <p:nvPr/>
            </p:nvSpPr>
            <p:spPr>
              <a:xfrm>
                <a:off x="5024900" y="3556134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900" y="3556134"/>
                <a:ext cx="451284" cy="4859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0948E4A-8DE7-43B4-AAAB-D1E2996C206F}"/>
              </a:ext>
            </a:extLst>
          </p:cNvPr>
          <p:cNvCxnSpPr/>
          <p:nvPr/>
        </p:nvCxnSpPr>
        <p:spPr>
          <a:xfrm flipV="1">
            <a:off x="3736470" y="3913656"/>
            <a:ext cx="1080000" cy="144000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133D1F-57A8-4E12-98C2-2C000932B709}"/>
              </a:ext>
            </a:extLst>
          </p:cNvPr>
          <p:cNvCxnSpPr>
            <a:cxnSpLocks/>
          </p:cNvCxnSpPr>
          <p:nvPr/>
        </p:nvCxnSpPr>
        <p:spPr>
          <a:xfrm>
            <a:off x="2656470" y="3908629"/>
            <a:ext cx="2167892" cy="69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C8BE169-9C78-492E-A1AD-3E4DFC3B8D2C}"/>
              </a:ext>
            </a:extLst>
          </p:cNvPr>
          <p:cNvCxnSpPr>
            <a:cxnSpLocks/>
          </p:cNvCxnSpPr>
          <p:nvPr/>
        </p:nvCxnSpPr>
        <p:spPr>
          <a:xfrm flipV="1">
            <a:off x="1580416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E83E8A-539D-4C36-AC1F-83626AC184E5}"/>
              </a:ext>
            </a:extLst>
          </p:cNvPr>
          <p:cNvSpPr txBox="1"/>
          <p:nvPr/>
        </p:nvSpPr>
        <p:spPr>
          <a:xfrm>
            <a:off x="7323114" y="2621525"/>
            <a:ext cx="2440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평행사변형법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CA04D-2D66-4EB3-A57F-1388D4B14EB6}"/>
              </a:ext>
            </a:extLst>
          </p:cNvPr>
          <p:cNvSpPr txBox="1"/>
          <p:nvPr/>
        </p:nvSpPr>
        <p:spPr>
          <a:xfrm>
            <a:off x="6409765" y="3291285"/>
            <a:ext cx="4351461" cy="14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벡터의 시작점을 일치시키고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평행사변형을 그려 두 벡터의 합을 구하는 방법</a:t>
            </a:r>
          </a:p>
        </p:txBody>
      </p:sp>
    </p:spTree>
    <p:extLst>
      <p:ext uri="{BB962C8B-B14F-4D97-AF65-F5344CB8AC3E}">
        <p14:creationId xmlns:p14="http://schemas.microsoft.com/office/powerpoint/2010/main" val="2392704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1"/>
            <a:ext cx="10753725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</a:rPr>
              <a:t>벡터의 덧셈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chemeClr val="tx1"/>
                </a:solidFill>
              </a:rPr>
              <a:t>벡터의 합성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/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blipFill>
                <a:blip r:embed="rId2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92EE98E-2CDC-40AC-96B8-F5146EF0CD5C}"/>
              </a:ext>
            </a:extLst>
          </p:cNvPr>
          <p:cNvCxnSpPr/>
          <p:nvPr/>
        </p:nvCxnSpPr>
        <p:spPr>
          <a:xfrm flipV="1">
            <a:off x="2656470" y="3913656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/>
              <p:nvPr/>
            </p:nvSpPr>
            <p:spPr>
              <a:xfrm>
                <a:off x="3506882" y="3429000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882" y="3429000"/>
                <a:ext cx="451284" cy="483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1204231" y="2621525"/>
                <a:ext cx="1626536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1" y="2621525"/>
                <a:ext cx="1626536" cy="508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/>
              <p:nvPr/>
            </p:nvSpPr>
            <p:spPr>
              <a:xfrm>
                <a:off x="3214353" y="4624706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66B2E4-8D0B-41F1-B6A4-EDCD693B1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353" y="4624706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C8BE169-9C78-492E-A1AD-3E4DFC3B8D2C}"/>
              </a:ext>
            </a:extLst>
          </p:cNvPr>
          <p:cNvCxnSpPr>
            <a:cxnSpLocks/>
          </p:cNvCxnSpPr>
          <p:nvPr/>
        </p:nvCxnSpPr>
        <p:spPr>
          <a:xfrm flipV="1">
            <a:off x="1580416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4B22E0-88BB-465B-8363-C5D968573439}"/>
              </a:ext>
            </a:extLst>
          </p:cNvPr>
          <p:cNvSpPr/>
          <p:nvPr/>
        </p:nvSpPr>
        <p:spPr>
          <a:xfrm>
            <a:off x="6028520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83E8A-539D-4C36-AC1F-83626AC184E5}"/>
              </a:ext>
            </a:extLst>
          </p:cNvPr>
          <p:cNvSpPr txBox="1"/>
          <p:nvPr/>
        </p:nvSpPr>
        <p:spPr>
          <a:xfrm>
            <a:off x="6325013" y="2621525"/>
            <a:ext cx="4436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삼각형법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CA04D-2D66-4EB3-A57F-1388D4B14EB6}"/>
              </a:ext>
            </a:extLst>
          </p:cNvPr>
          <p:cNvSpPr txBox="1"/>
          <p:nvPr/>
        </p:nvSpPr>
        <p:spPr>
          <a:xfrm>
            <a:off x="6409765" y="3291285"/>
            <a:ext cx="4351461" cy="12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dirty="0"/>
              <a:t>벡터의 시작점을 다른 벡터의 끝점에 두어 벡터의 합을 구하는 방법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61AE70-243D-44FE-8B3B-8A3A237B8C5D}"/>
              </a:ext>
            </a:extLst>
          </p:cNvPr>
          <p:cNvCxnSpPr/>
          <p:nvPr/>
        </p:nvCxnSpPr>
        <p:spPr>
          <a:xfrm flipV="1">
            <a:off x="1576470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1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78C641-99CF-4460-B97B-21AD6CF2543A}"/>
              </a:ext>
            </a:extLst>
          </p:cNvPr>
          <p:cNvSpPr/>
          <p:nvPr/>
        </p:nvSpPr>
        <p:spPr>
          <a:xfrm>
            <a:off x="710182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AC11149-29EA-4B8B-B59C-858E032EC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7934" y="2617378"/>
            <a:ext cx="3713695" cy="43821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diagram</a:t>
            </a:r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0A4FBB-92AC-4AD3-8A7B-78267B3DA49C}"/>
              </a:ext>
            </a:extLst>
          </p:cNvPr>
          <p:cNvCxnSpPr>
            <a:cxnSpLocks/>
          </p:cNvCxnSpPr>
          <p:nvPr/>
        </p:nvCxnSpPr>
        <p:spPr>
          <a:xfrm flipV="1">
            <a:off x="6796617" y="3063977"/>
            <a:ext cx="3994562" cy="1664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188A41-6C3A-43B4-A5E0-1ACDF6397C55}"/>
              </a:ext>
            </a:extLst>
          </p:cNvPr>
          <p:cNvSpPr/>
          <p:nvPr/>
        </p:nvSpPr>
        <p:spPr>
          <a:xfrm rot="20220000">
            <a:off x="8045373" y="3225433"/>
            <a:ext cx="1018999" cy="735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FF8ED02-86DE-4DE7-AB83-E66601D0FDF3}"/>
              </a:ext>
            </a:extLst>
          </p:cNvPr>
          <p:cNvCxnSpPr>
            <a:cxnSpLocks/>
          </p:cNvCxnSpPr>
          <p:nvPr/>
        </p:nvCxnSpPr>
        <p:spPr>
          <a:xfrm flipH="1">
            <a:off x="8573922" y="3593220"/>
            <a:ext cx="0" cy="234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3039E57-231E-4332-B0F8-1DEA27FA411E}"/>
              </a:ext>
            </a:extLst>
          </p:cNvPr>
          <p:cNvCxnSpPr>
            <a:cxnSpLocks/>
          </p:cNvCxnSpPr>
          <p:nvPr/>
        </p:nvCxnSpPr>
        <p:spPr>
          <a:xfrm flipH="1" flipV="1">
            <a:off x="7883358" y="1953815"/>
            <a:ext cx="828000" cy="198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8708AE3-DE18-4336-8D5A-937EE00B02B9}"/>
              </a:ext>
            </a:extLst>
          </p:cNvPr>
          <p:cNvCxnSpPr>
            <a:cxnSpLocks/>
          </p:cNvCxnSpPr>
          <p:nvPr/>
        </p:nvCxnSpPr>
        <p:spPr>
          <a:xfrm flipV="1">
            <a:off x="9167576" y="3386183"/>
            <a:ext cx="831600" cy="345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29E5E3-CAB7-4631-BB52-0510154432F9}"/>
                  </a:ext>
                </a:extLst>
              </p:cNvPr>
              <p:cNvSpPr txBox="1"/>
              <p:nvPr/>
            </p:nvSpPr>
            <p:spPr>
              <a:xfrm>
                <a:off x="7303347" y="1860550"/>
                <a:ext cx="508000" cy="57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29E5E3-CAB7-4631-BB52-051015443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347" y="1860550"/>
                <a:ext cx="508000" cy="5757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648E6A-2579-4273-9C22-F3B5C69CEEFD}"/>
                  </a:ext>
                </a:extLst>
              </p:cNvPr>
              <p:cNvSpPr txBox="1"/>
              <p:nvPr/>
            </p:nvSpPr>
            <p:spPr>
              <a:xfrm>
                <a:off x="8686537" y="5457190"/>
                <a:ext cx="7707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648E6A-2579-4273-9C22-F3B5C69CE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537" y="5457190"/>
                <a:ext cx="7707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14D66A-60F2-4B6A-AC3E-F5F3F2C44E97}"/>
                  </a:ext>
                </a:extLst>
              </p:cNvPr>
              <p:cNvSpPr txBox="1"/>
              <p:nvPr/>
            </p:nvSpPr>
            <p:spPr>
              <a:xfrm>
                <a:off x="9660056" y="2670813"/>
                <a:ext cx="508000" cy="632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14D66A-60F2-4B6A-AC3E-F5F3F2C44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56" y="2670813"/>
                <a:ext cx="508000" cy="632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83DB7E4-A5F5-4E25-83D3-F6345400F651}"/>
              </a:ext>
            </a:extLst>
          </p:cNvPr>
          <p:cNvSpPr txBox="1"/>
          <p:nvPr/>
        </p:nvSpPr>
        <p:spPr>
          <a:xfrm>
            <a:off x="1091427" y="3429000"/>
            <a:ext cx="4351461" cy="12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물체에 작용하는 힘의 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작용점과 크기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방향을 표시</a:t>
            </a:r>
          </a:p>
        </p:txBody>
      </p:sp>
    </p:spTree>
    <p:extLst>
      <p:ext uri="{BB962C8B-B14F-4D97-AF65-F5344CB8AC3E}">
        <p14:creationId xmlns:p14="http://schemas.microsoft.com/office/powerpoint/2010/main" val="129681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78C641-99CF-4460-B97B-21AD6CF2543A}"/>
              </a:ext>
            </a:extLst>
          </p:cNvPr>
          <p:cNvSpPr/>
          <p:nvPr/>
        </p:nvSpPr>
        <p:spPr>
          <a:xfrm>
            <a:off x="650880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AC11149-29EA-4B8B-B59C-858E032EC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8632" y="2651924"/>
            <a:ext cx="3713695" cy="43821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body diagram</a:t>
            </a:r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4D507D-E923-4BC5-BFB4-1ED2110F7F33}"/>
              </a:ext>
            </a:extLst>
          </p:cNvPr>
          <p:cNvGrpSpPr/>
          <p:nvPr/>
        </p:nvGrpSpPr>
        <p:grpSpPr>
          <a:xfrm>
            <a:off x="7366004" y="1860550"/>
            <a:ext cx="2377029" cy="4408883"/>
            <a:chOff x="1808480" y="1860550"/>
            <a:chExt cx="2377029" cy="4408883"/>
          </a:xfrm>
        </p:grpSpPr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FF8ED02-86DE-4DE7-AB83-E66601D0FD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0146" y="3929433"/>
              <a:ext cx="0" cy="23400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C3039E57-231E-4332-B0F8-1DEA27FA41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8491" y="1953815"/>
              <a:ext cx="828000" cy="19800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48708AE3-DE18-4336-8D5A-937EE00B0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0146" y="3583833"/>
              <a:ext cx="831600" cy="3456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429E5E3-CAB7-4631-BB52-0510154432F9}"/>
                    </a:ext>
                  </a:extLst>
                </p:cNvPr>
                <p:cNvSpPr txBox="1"/>
                <p:nvPr/>
              </p:nvSpPr>
              <p:spPr>
                <a:xfrm>
                  <a:off x="1808480" y="1860550"/>
                  <a:ext cx="508000" cy="5757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429E5E3-CAB7-4631-BB52-051015443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8480" y="1860550"/>
                  <a:ext cx="508000" cy="5757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4648E6A-2579-4273-9C22-F3B5C69CEEFD}"/>
                    </a:ext>
                  </a:extLst>
                </p:cNvPr>
                <p:cNvSpPr txBox="1"/>
                <p:nvPr/>
              </p:nvSpPr>
              <p:spPr>
                <a:xfrm>
                  <a:off x="3397410" y="5670550"/>
                  <a:ext cx="77072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acc>
                          <m:accPr>
                            <m:chr m:val="⃗"/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4648E6A-2579-4273-9C22-F3B5C69CE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7410" y="5670550"/>
                  <a:ext cx="770729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014D66A-60F2-4B6A-AC3E-F5F3F2C44E97}"/>
                    </a:ext>
                  </a:extLst>
                </p:cNvPr>
                <p:cNvSpPr txBox="1"/>
                <p:nvPr/>
              </p:nvSpPr>
              <p:spPr>
                <a:xfrm>
                  <a:off x="3677509" y="2932261"/>
                  <a:ext cx="508000" cy="6326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014D66A-60F2-4B6A-AC3E-F5F3F2C44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7509" y="2932261"/>
                  <a:ext cx="508000" cy="6326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83DB7E4-A5F5-4E25-83D3-F6345400F651}"/>
              </a:ext>
            </a:extLst>
          </p:cNvPr>
          <p:cNvSpPr txBox="1"/>
          <p:nvPr/>
        </p:nvSpPr>
        <p:spPr>
          <a:xfrm>
            <a:off x="1032125" y="3354154"/>
            <a:ext cx="4351461" cy="12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물체에 작용하는 힘의 작용점을 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한 점에 모으고 크기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방향을 표시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F418B3-5CAE-4568-8103-F7E5E70534EF}"/>
                  </a:ext>
                </a:extLst>
              </p:cNvPr>
              <p:cNvSpPr txBox="1"/>
              <p:nvPr/>
            </p:nvSpPr>
            <p:spPr>
              <a:xfrm>
                <a:off x="2336804" y="4757098"/>
                <a:ext cx="1657349" cy="517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F418B3-5CAE-4568-8103-F7E5E705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4" y="4757098"/>
                <a:ext cx="1657349" cy="5171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31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C12D8-2F21-4FB5-A8AD-0ABF0A08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5" name="내용 개체 틀 9">
            <a:extLst>
              <a:ext uri="{FF2B5EF4-FFF2-40B4-BE49-F238E27FC236}">
                <a16:creationId xmlns:a16="http://schemas.microsoft.com/office/drawing/2014/main" id="{2BB4ECCF-888E-4249-83EE-4C3FD0CEC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1"/>
            <a:ext cx="2084473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4">
                    <a:lumMod val="50000"/>
                  </a:schemeClr>
                </a:solidFill>
              </a:rPr>
              <a:t>벡터의 뺄셈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D850CC8-3597-4003-8231-51E4A61ADF5F}"/>
              </a:ext>
            </a:extLst>
          </p:cNvPr>
          <p:cNvCxnSpPr/>
          <p:nvPr/>
        </p:nvCxnSpPr>
        <p:spPr>
          <a:xfrm flipV="1">
            <a:off x="1576470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C82B23-E6C7-46A9-A03A-CEB8D695C134}"/>
                  </a:ext>
                </a:extLst>
              </p:cNvPr>
              <p:cNvSpPr txBox="1"/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C82B23-E6C7-46A9-A03A-CEB8D695C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328" y="4473468"/>
                <a:ext cx="451284" cy="485967"/>
              </a:xfrm>
              <a:prstGeom prst="rect">
                <a:avLst/>
              </a:prstGeom>
              <a:blipFill>
                <a:blip r:embed="rId2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C682366-664D-4F65-9E3F-25D31639C3A4}"/>
              </a:ext>
            </a:extLst>
          </p:cNvPr>
          <p:cNvCxnSpPr/>
          <p:nvPr/>
        </p:nvCxnSpPr>
        <p:spPr>
          <a:xfrm flipV="1">
            <a:off x="1576470" y="5353725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A83828-67C8-4857-9AC7-3FDEE46D1AA7}"/>
                  </a:ext>
                </a:extLst>
              </p:cNvPr>
              <p:cNvSpPr txBox="1"/>
              <p:nvPr/>
            </p:nvSpPr>
            <p:spPr>
              <a:xfrm>
                <a:off x="2466304" y="5515021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A83828-67C8-4857-9AC7-3FDEE46D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304" y="5515021"/>
                <a:ext cx="451284" cy="483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2D55BF-F47F-4B70-9A0D-15DECC8436E8}"/>
                  </a:ext>
                </a:extLst>
              </p:cNvPr>
              <p:cNvSpPr/>
              <p:nvPr/>
            </p:nvSpPr>
            <p:spPr>
              <a:xfrm>
                <a:off x="1204231" y="2854608"/>
                <a:ext cx="1626536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2D55BF-F47F-4B70-9A0D-15DECC843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1" y="2854608"/>
                <a:ext cx="1626536" cy="508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0CBCC-910A-4BA9-8C5F-BAD4EEC22FFE}"/>
                  </a:ext>
                </a:extLst>
              </p:cNvPr>
              <p:cNvSpPr txBox="1"/>
              <p:nvPr/>
            </p:nvSpPr>
            <p:spPr>
              <a:xfrm>
                <a:off x="5024900" y="3556134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0CBCC-910A-4BA9-8C5F-BAD4EEC22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900" y="3556134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5A73F5-174E-48DB-A01C-C1FDD8909594}"/>
              </a:ext>
            </a:extLst>
          </p:cNvPr>
          <p:cNvCxnSpPr>
            <a:cxnSpLocks/>
          </p:cNvCxnSpPr>
          <p:nvPr/>
        </p:nvCxnSpPr>
        <p:spPr>
          <a:xfrm flipV="1">
            <a:off x="1580416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884DDF9-03C3-45AD-A242-3D94E0FBAD50}"/>
              </a:ext>
            </a:extLst>
          </p:cNvPr>
          <p:cNvCxnSpPr/>
          <p:nvPr/>
        </p:nvCxnSpPr>
        <p:spPr>
          <a:xfrm flipV="1">
            <a:off x="7111424" y="5353725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F1FDA0-7615-4344-A5E2-3D4698390BF0}"/>
                  </a:ext>
                </a:extLst>
              </p:cNvPr>
              <p:cNvSpPr txBox="1"/>
              <p:nvPr/>
            </p:nvSpPr>
            <p:spPr>
              <a:xfrm>
                <a:off x="8001258" y="5515021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F1FDA0-7615-4344-A5E2-3D469839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258" y="5515021"/>
                <a:ext cx="451284" cy="4831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A45AB3C-9D73-457C-A4AA-16EFD861A40A}"/>
                  </a:ext>
                </a:extLst>
              </p:cNvPr>
              <p:cNvSpPr/>
              <p:nvPr/>
            </p:nvSpPr>
            <p:spPr>
              <a:xfrm>
                <a:off x="6739185" y="2854608"/>
                <a:ext cx="1626535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A45AB3C-9D73-457C-A4AA-16EFD861A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185" y="2854608"/>
                <a:ext cx="1626535" cy="5088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035E3E-8134-4646-A2D9-3A477CD08B86}"/>
                  </a:ext>
                </a:extLst>
              </p:cNvPr>
              <p:cNvSpPr txBox="1"/>
              <p:nvPr/>
            </p:nvSpPr>
            <p:spPr>
              <a:xfrm>
                <a:off x="10559854" y="3556134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035E3E-8134-4646-A2D9-3A477CD0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854" y="3556134"/>
                <a:ext cx="451284" cy="4859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D9E71C2-584D-4FEF-A377-51E5DDCBABBB}"/>
              </a:ext>
            </a:extLst>
          </p:cNvPr>
          <p:cNvCxnSpPr/>
          <p:nvPr/>
        </p:nvCxnSpPr>
        <p:spPr>
          <a:xfrm flipV="1">
            <a:off x="9271424" y="3913656"/>
            <a:ext cx="1080000" cy="144000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2307A34-BBA9-4E4F-9931-1EA9CD6E46D2}"/>
              </a:ext>
            </a:extLst>
          </p:cNvPr>
          <p:cNvCxnSpPr>
            <a:cxnSpLocks/>
          </p:cNvCxnSpPr>
          <p:nvPr/>
        </p:nvCxnSpPr>
        <p:spPr>
          <a:xfrm>
            <a:off x="8191424" y="3908629"/>
            <a:ext cx="2167892" cy="69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DCF1DA-9BFF-453F-8D98-9B2E4E8B0B93}"/>
              </a:ext>
            </a:extLst>
          </p:cNvPr>
          <p:cNvCxnSpPr>
            <a:cxnSpLocks/>
          </p:cNvCxnSpPr>
          <p:nvPr/>
        </p:nvCxnSpPr>
        <p:spPr>
          <a:xfrm flipV="1">
            <a:off x="7115370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4967C45-176C-4B91-8EA5-0056FFF62D9E}"/>
              </a:ext>
            </a:extLst>
          </p:cNvPr>
          <p:cNvCxnSpPr/>
          <p:nvPr/>
        </p:nvCxnSpPr>
        <p:spPr>
          <a:xfrm flipV="1">
            <a:off x="7107478" y="3913656"/>
            <a:ext cx="1080000" cy="144000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837C601-46E2-4465-B734-66C669C18428}"/>
              </a:ext>
            </a:extLst>
          </p:cNvPr>
          <p:cNvSpPr/>
          <p:nvPr/>
        </p:nvSpPr>
        <p:spPr>
          <a:xfrm>
            <a:off x="618564" y="2474260"/>
            <a:ext cx="10811435" cy="3774140"/>
          </a:xfrm>
          <a:prstGeom prst="roundRect">
            <a:avLst>
              <a:gd name="adj" fmla="val 7651"/>
            </a:avLst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07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0948E4A-8DE7-43B4-AAAB-D1E2996C206F}"/>
              </a:ext>
            </a:extLst>
          </p:cNvPr>
          <p:cNvCxnSpPr>
            <a:cxnSpLocks/>
          </p:cNvCxnSpPr>
          <p:nvPr/>
        </p:nvCxnSpPr>
        <p:spPr>
          <a:xfrm flipV="1">
            <a:off x="504825" y="3908629"/>
            <a:ext cx="3236374" cy="1441966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4B22E0-88BB-465B-8363-C5D968573439}"/>
              </a:ext>
            </a:extLst>
          </p:cNvPr>
          <p:cNvSpPr/>
          <p:nvPr/>
        </p:nvSpPr>
        <p:spPr>
          <a:xfrm>
            <a:off x="6466670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뺄셈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61AE70-243D-44FE-8B3B-8A3A237B8C5D}"/>
              </a:ext>
            </a:extLst>
          </p:cNvPr>
          <p:cNvCxnSpPr/>
          <p:nvPr/>
        </p:nvCxnSpPr>
        <p:spPr>
          <a:xfrm flipV="1">
            <a:off x="2661199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/>
              <p:nvPr/>
            </p:nvSpPr>
            <p:spPr>
              <a:xfrm>
                <a:off x="3630327" y="341301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02ABD-3BB2-40C0-BF20-EFC302D1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27" y="3413018"/>
                <a:ext cx="451284" cy="485967"/>
              </a:xfrm>
              <a:prstGeom prst="rect">
                <a:avLst/>
              </a:prstGeom>
              <a:blipFill>
                <a:blip r:embed="rId3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/>
              <p:nvPr/>
            </p:nvSpPr>
            <p:spPr>
              <a:xfrm>
                <a:off x="1322182" y="5415961"/>
                <a:ext cx="678067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E5366-CA12-4422-B072-D50AC6DCA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82" y="5415961"/>
                <a:ext cx="678067" cy="483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1204231" y="2621525"/>
                <a:ext cx="2266903" cy="5384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1" y="2621525"/>
                <a:ext cx="2266903" cy="538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133D1F-57A8-4E12-98C2-2C000932B709}"/>
              </a:ext>
            </a:extLst>
          </p:cNvPr>
          <p:cNvCxnSpPr>
            <a:cxnSpLocks/>
          </p:cNvCxnSpPr>
          <p:nvPr/>
        </p:nvCxnSpPr>
        <p:spPr>
          <a:xfrm>
            <a:off x="3741199" y="3908629"/>
            <a:ext cx="2167892" cy="69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C8BE169-9C78-492E-A1AD-3E4DFC3B8D2C}"/>
              </a:ext>
            </a:extLst>
          </p:cNvPr>
          <p:cNvCxnSpPr>
            <a:cxnSpLocks/>
          </p:cNvCxnSpPr>
          <p:nvPr/>
        </p:nvCxnSpPr>
        <p:spPr>
          <a:xfrm flipV="1">
            <a:off x="2665145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E83E8A-539D-4C36-AC1F-83626AC184E5}"/>
              </a:ext>
            </a:extLst>
          </p:cNvPr>
          <p:cNvSpPr txBox="1"/>
          <p:nvPr/>
        </p:nvSpPr>
        <p:spPr>
          <a:xfrm>
            <a:off x="7761264" y="2621525"/>
            <a:ext cx="2440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반대벡터법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FCA04D-2D66-4EB3-A57F-1388D4B14EB6}"/>
                  </a:ext>
                </a:extLst>
              </p:cNvPr>
              <p:cNvSpPr txBox="1"/>
              <p:nvPr/>
            </p:nvSpPr>
            <p:spPr>
              <a:xfrm>
                <a:off x="6847915" y="3291285"/>
                <a:ext cx="4351461" cy="1963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/>
                  <a:t>빼는 벡터의 반대 벡터를 그리고</a:t>
                </a:r>
                <a:endParaRPr lang="en-US" altLang="ko-KR" sz="200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/>
                  <a:t>덧셈으로 치환하여 두 벡터의 차를 구하는 방법</a:t>
                </a:r>
                <a:endParaRPr lang="en-US" altLang="ko-KR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/>
                  <a:t>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ko-KR" altLang="en-US" sz="2000" dirty="0"/>
                  <a:t> 를 반전한 벡터이다</a:t>
                </a:r>
                <a:r>
                  <a:rPr lang="en-US" altLang="ko-KR" sz="2000" dirty="0"/>
                  <a:t>.)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FCA04D-2D66-4EB3-A57F-1388D4B14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915" y="3291285"/>
                <a:ext cx="4351461" cy="1963614"/>
              </a:xfrm>
              <a:prstGeom prst="rect">
                <a:avLst/>
              </a:prstGeom>
              <a:blipFill>
                <a:blip r:embed="rId6"/>
                <a:stretch>
                  <a:fillRect l="-1401" b="-31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3C321FC-D35D-446C-9385-529BA26730EF}"/>
              </a:ext>
            </a:extLst>
          </p:cNvPr>
          <p:cNvCxnSpPr>
            <a:cxnSpLocks/>
          </p:cNvCxnSpPr>
          <p:nvPr/>
        </p:nvCxnSpPr>
        <p:spPr>
          <a:xfrm flipH="1" flipV="1">
            <a:off x="481631" y="5350595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9565CB-2A38-4D0B-A7CA-ACBB60F75D5A}"/>
                  </a:ext>
                </a:extLst>
              </p:cNvPr>
              <p:cNvSpPr txBox="1"/>
              <p:nvPr/>
            </p:nvSpPr>
            <p:spPr>
              <a:xfrm>
                <a:off x="4257707" y="463856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9565CB-2A38-4D0B-A7CA-ACBB60F75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707" y="4638568"/>
                <a:ext cx="451284" cy="4859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E465F3-0529-4B91-8B8B-0EEE375437FC}"/>
              </a:ext>
            </a:extLst>
          </p:cNvPr>
          <p:cNvCxnSpPr>
            <a:cxnSpLocks/>
          </p:cNvCxnSpPr>
          <p:nvPr/>
        </p:nvCxnSpPr>
        <p:spPr>
          <a:xfrm flipV="1">
            <a:off x="2665145" y="5350595"/>
            <a:ext cx="2160000" cy="0"/>
          </a:xfrm>
          <a:prstGeom prst="straightConnector1">
            <a:avLst/>
          </a:prstGeom>
          <a:ln w="57150" cap="rnd">
            <a:solidFill>
              <a:srgbClr val="0066FF">
                <a:alpha val="89804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0A38AC-373C-4E3E-A0F9-3BF27A9BF446}"/>
                  </a:ext>
                </a:extLst>
              </p:cNvPr>
              <p:cNvSpPr txBox="1"/>
              <p:nvPr/>
            </p:nvSpPr>
            <p:spPr>
              <a:xfrm>
                <a:off x="3620869" y="5415961"/>
                <a:ext cx="476138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0A38AC-373C-4E3E-A0F9-3BF27A9BF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869" y="5415961"/>
                <a:ext cx="476138" cy="4831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939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4B22E0-88BB-465B-8363-C5D968573439}"/>
              </a:ext>
            </a:extLst>
          </p:cNvPr>
          <p:cNvSpPr/>
          <p:nvPr/>
        </p:nvSpPr>
        <p:spPr>
          <a:xfrm>
            <a:off x="6466670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뺄셈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1204231" y="2621525"/>
                <a:ext cx="1693861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1" y="2621525"/>
                <a:ext cx="1693861" cy="508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8E83E8A-539D-4C36-AC1F-83626AC184E5}"/>
              </a:ext>
            </a:extLst>
          </p:cNvPr>
          <p:cNvSpPr txBox="1"/>
          <p:nvPr/>
        </p:nvSpPr>
        <p:spPr>
          <a:xfrm>
            <a:off x="7761264" y="2621525"/>
            <a:ext cx="2440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끝점연결법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CA04D-2D66-4EB3-A57F-1388D4B14EB6}"/>
              </a:ext>
            </a:extLst>
          </p:cNvPr>
          <p:cNvSpPr txBox="1"/>
          <p:nvPr/>
        </p:nvSpPr>
        <p:spPr>
          <a:xfrm>
            <a:off x="6847915" y="3291285"/>
            <a:ext cx="4351461" cy="14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빼는 벡터의 끝점에서 빼지는 벡터의 끝점을 향하는 벡터를 찾아서 두 벡터의 차를 구하는 방법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B6D7328-9954-4C90-8048-0FA1D944239F}"/>
              </a:ext>
            </a:extLst>
          </p:cNvPr>
          <p:cNvCxnSpPr/>
          <p:nvPr/>
        </p:nvCxnSpPr>
        <p:spPr>
          <a:xfrm flipV="1">
            <a:off x="1461517" y="5353725"/>
            <a:ext cx="2160000" cy="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0B6529-745C-454A-BFA9-44ED508C5042}"/>
                  </a:ext>
                </a:extLst>
              </p:cNvPr>
              <p:cNvSpPr txBox="1"/>
              <p:nvPr/>
            </p:nvSpPr>
            <p:spPr>
              <a:xfrm>
                <a:off x="2351351" y="5515021"/>
                <a:ext cx="451284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0B6529-745C-454A-BFA9-44ED508C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351" y="5515021"/>
                <a:ext cx="451284" cy="483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1DFD9C-8981-43D8-A95A-9E88F846EE8A}"/>
                  </a:ext>
                </a:extLst>
              </p:cNvPr>
              <p:cNvSpPr txBox="1"/>
              <p:nvPr/>
            </p:nvSpPr>
            <p:spPr>
              <a:xfrm>
                <a:off x="4909947" y="3556134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1DFD9C-8981-43D8-A95A-9E88F846E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47" y="3556134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493F2E0-571F-46DD-A8EA-B1458F9D312E}"/>
              </a:ext>
            </a:extLst>
          </p:cNvPr>
          <p:cNvCxnSpPr/>
          <p:nvPr/>
        </p:nvCxnSpPr>
        <p:spPr>
          <a:xfrm flipV="1">
            <a:off x="3621517" y="3913656"/>
            <a:ext cx="1080000" cy="144000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02BD643-C743-4641-8F22-C444579F3CD3}"/>
              </a:ext>
            </a:extLst>
          </p:cNvPr>
          <p:cNvCxnSpPr>
            <a:cxnSpLocks/>
          </p:cNvCxnSpPr>
          <p:nvPr/>
        </p:nvCxnSpPr>
        <p:spPr>
          <a:xfrm flipV="1">
            <a:off x="1465463" y="3913656"/>
            <a:ext cx="324000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EA49D72-AE52-4A01-9F9D-B05F1A0D1507}"/>
              </a:ext>
            </a:extLst>
          </p:cNvPr>
          <p:cNvCxnSpPr/>
          <p:nvPr/>
        </p:nvCxnSpPr>
        <p:spPr>
          <a:xfrm flipV="1">
            <a:off x="3621517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8B1C99-0958-493C-957F-93661D595F1A}"/>
                  </a:ext>
                </a:extLst>
              </p:cNvPr>
              <p:cNvSpPr txBox="1"/>
              <p:nvPr/>
            </p:nvSpPr>
            <p:spPr>
              <a:xfrm>
                <a:off x="4240125" y="460173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8B1C99-0958-493C-957F-93661D595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25" y="4601738"/>
                <a:ext cx="451284" cy="485967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81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분해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/>
              <p:nvPr/>
            </p:nvSpPr>
            <p:spPr>
              <a:xfrm>
                <a:off x="2231458" y="2621525"/>
                <a:ext cx="1887633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342755-DB1D-4F1D-9243-866B3AB8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458" y="2621525"/>
                <a:ext cx="1887633" cy="508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EA0D871-79D8-49E8-B319-A2BD605ACB41}"/>
                  </a:ext>
                </a:extLst>
              </p:cNvPr>
              <p:cNvSpPr/>
              <p:nvPr/>
            </p:nvSpPr>
            <p:spPr>
              <a:xfrm>
                <a:off x="7151193" y="2621525"/>
                <a:ext cx="3803990" cy="546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EA0D871-79D8-49E8-B319-A2BD605ACB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193" y="2621525"/>
                <a:ext cx="3803990" cy="546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DDF940-6F5F-44D2-9D02-AF6CAD294767}"/>
                  </a:ext>
                </a:extLst>
              </p:cNvPr>
              <p:cNvSpPr txBox="1"/>
              <p:nvPr/>
            </p:nvSpPr>
            <p:spPr>
              <a:xfrm>
                <a:off x="3607404" y="4867688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DDF940-6F5F-44D2-9D02-AF6CAD29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404" y="4867688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172CCA51-BDDF-4C7D-83BE-A96BFA60F97C}"/>
              </a:ext>
            </a:extLst>
          </p:cNvPr>
          <p:cNvSpPr/>
          <p:nvPr/>
        </p:nvSpPr>
        <p:spPr>
          <a:xfrm rot="20593587">
            <a:off x="2423559" y="4102751"/>
            <a:ext cx="1435489" cy="1066457"/>
          </a:xfrm>
          <a:prstGeom prst="parallelogram">
            <a:avLst>
              <a:gd name="adj" fmla="val 41757"/>
            </a:avLst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2D9CFE8-CBD6-4978-9BF4-3798101893DB}"/>
              </a:ext>
            </a:extLst>
          </p:cNvPr>
          <p:cNvCxnSpPr>
            <a:cxnSpLocks/>
          </p:cNvCxnSpPr>
          <p:nvPr/>
        </p:nvCxnSpPr>
        <p:spPr>
          <a:xfrm flipV="1">
            <a:off x="2603697" y="5067300"/>
            <a:ext cx="954799" cy="286358"/>
          </a:xfrm>
          <a:prstGeom prst="straightConnector1">
            <a:avLst/>
          </a:prstGeom>
          <a:ln w="57150" cap="rnd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B096635-66BB-47BE-BEB5-7B01934EB93F}"/>
              </a:ext>
            </a:extLst>
          </p:cNvPr>
          <p:cNvCxnSpPr>
            <a:cxnSpLocks/>
          </p:cNvCxnSpPr>
          <p:nvPr/>
        </p:nvCxnSpPr>
        <p:spPr>
          <a:xfrm flipV="1">
            <a:off x="2603697" y="4205288"/>
            <a:ext cx="123743" cy="1148367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ABF7D94-CC3E-4984-9175-C018BB338FF7}"/>
              </a:ext>
            </a:extLst>
          </p:cNvPr>
          <p:cNvCxnSpPr/>
          <p:nvPr/>
        </p:nvCxnSpPr>
        <p:spPr>
          <a:xfrm flipV="1">
            <a:off x="2603697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B2A3AD-41FA-4911-8700-09AEB13B5F9B}"/>
                  </a:ext>
                </a:extLst>
              </p:cNvPr>
              <p:cNvSpPr txBox="1"/>
              <p:nvPr/>
            </p:nvSpPr>
            <p:spPr>
              <a:xfrm>
                <a:off x="2152413" y="3874659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B2A3AD-41FA-4911-8700-09AEB13B5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413" y="3874659"/>
                <a:ext cx="451284" cy="485967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1BE5100-AB26-4792-AB64-B7EC2873BE8E}"/>
              </a:ext>
            </a:extLst>
          </p:cNvPr>
          <p:cNvCxnSpPr/>
          <p:nvPr/>
        </p:nvCxnSpPr>
        <p:spPr>
          <a:xfrm flipV="1">
            <a:off x="7587367" y="3913656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5892F09-E333-4C3C-8059-BD5B6B5CACEB}"/>
              </a:ext>
            </a:extLst>
          </p:cNvPr>
          <p:cNvCxnSpPr>
            <a:cxnSpLocks/>
          </p:cNvCxnSpPr>
          <p:nvPr/>
        </p:nvCxnSpPr>
        <p:spPr>
          <a:xfrm flipV="1">
            <a:off x="7587366" y="5354260"/>
            <a:ext cx="1080000" cy="0"/>
          </a:xfrm>
          <a:prstGeom prst="straightConnector1">
            <a:avLst/>
          </a:prstGeom>
          <a:ln w="57150" cap="rnd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5B47E9F-8327-479B-B558-8DBA6A9114A6}"/>
              </a:ext>
            </a:extLst>
          </p:cNvPr>
          <p:cNvCxnSpPr>
            <a:cxnSpLocks/>
          </p:cNvCxnSpPr>
          <p:nvPr/>
        </p:nvCxnSpPr>
        <p:spPr>
          <a:xfrm flipV="1">
            <a:off x="7587366" y="3913655"/>
            <a:ext cx="0" cy="1440000"/>
          </a:xfrm>
          <a:prstGeom prst="straightConnector1">
            <a:avLst/>
          </a:prstGeom>
          <a:ln w="57150" cap="rnd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B4BAE4E-155B-4CAE-9081-62A097F9891D}"/>
              </a:ext>
            </a:extLst>
          </p:cNvPr>
          <p:cNvCxnSpPr>
            <a:cxnSpLocks/>
          </p:cNvCxnSpPr>
          <p:nvPr/>
        </p:nvCxnSpPr>
        <p:spPr>
          <a:xfrm>
            <a:off x="7587366" y="3913050"/>
            <a:ext cx="1080000" cy="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F63564E-CC53-4D2C-99EE-F7CD3403DACD}"/>
              </a:ext>
            </a:extLst>
          </p:cNvPr>
          <p:cNvCxnSpPr>
            <a:cxnSpLocks/>
          </p:cNvCxnSpPr>
          <p:nvPr/>
        </p:nvCxnSpPr>
        <p:spPr>
          <a:xfrm>
            <a:off x="8667366" y="3913050"/>
            <a:ext cx="0" cy="1440605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389EB3-A9DF-4D43-B80E-0183B8CFD3DC}"/>
                  </a:ext>
                </a:extLst>
              </p:cNvPr>
              <p:cNvSpPr txBox="1"/>
              <p:nvPr/>
            </p:nvSpPr>
            <p:spPr>
              <a:xfrm>
                <a:off x="8667366" y="5110671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389EB3-A9DF-4D43-B80E-0183B8CFD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366" y="5110671"/>
                <a:ext cx="451284" cy="485967"/>
              </a:xfrm>
              <a:prstGeom prst="rect">
                <a:avLst/>
              </a:prstGeom>
              <a:blipFill>
                <a:blip r:embed="rId7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C939BA3-2216-469B-A4E4-8847A2D2C78F}"/>
                  </a:ext>
                </a:extLst>
              </p:cNvPr>
              <p:cNvSpPr txBox="1"/>
              <p:nvPr/>
            </p:nvSpPr>
            <p:spPr>
              <a:xfrm>
                <a:off x="7063026" y="3719321"/>
                <a:ext cx="451284" cy="529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C939BA3-2216-469B-A4E4-8847A2D2C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26" y="3719321"/>
                <a:ext cx="451284" cy="529889"/>
              </a:xfrm>
              <a:prstGeom prst="rect">
                <a:avLst/>
              </a:prstGeom>
              <a:blipFill>
                <a:blip r:embed="rId8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7AB9F94-21AF-4B1E-B706-4CE7B7E0D283}"/>
              </a:ext>
            </a:extLst>
          </p:cNvPr>
          <p:cNvCxnSpPr>
            <a:cxnSpLocks/>
          </p:cNvCxnSpPr>
          <p:nvPr/>
        </p:nvCxnSpPr>
        <p:spPr>
          <a:xfrm>
            <a:off x="9211587" y="4019367"/>
            <a:ext cx="0" cy="82800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57450EB-0B6D-4EC8-95E5-ED0685645BCA}"/>
              </a:ext>
            </a:extLst>
          </p:cNvPr>
          <p:cNvCxnSpPr>
            <a:cxnSpLocks/>
          </p:cNvCxnSpPr>
          <p:nvPr/>
        </p:nvCxnSpPr>
        <p:spPr>
          <a:xfrm flipH="1">
            <a:off x="9211587" y="4847367"/>
            <a:ext cx="828000" cy="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C8A2C89-D5D4-4981-85D5-A63B292BED9B}"/>
                  </a:ext>
                </a:extLst>
              </p:cNvPr>
              <p:cNvSpPr txBox="1"/>
              <p:nvPr/>
            </p:nvSpPr>
            <p:spPr>
              <a:xfrm>
                <a:off x="10065945" y="4605127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C8A2C89-D5D4-4981-85D5-A63B292BE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5945" y="4605127"/>
                <a:ext cx="4512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499038-0CFA-4ABF-9C87-6DF36ED15061}"/>
                  </a:ext>
                </a:extLst>
              </p:cNvPr>
              <p:cNvSpPr txBox="1"/>
              <p:nvPr/>
            </p:nvSpPr>
            <p:spPr>
              <a:xfrm>
                <a:off x="8985945" y="3588479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499038-0CFA-4ABF-9C87-6DF36ED15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945" y="3588479"/>
                <a:ext cx="45128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066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원호 8">
            <a:extLst>
              <a:ext uri="{FF2B5EF4-FFF2-40B4-BE49-F238E27FC236}">
                <a16:creationId xmlns:a16="http://schemas.microsoft.com/office/drawing/2014/main" id="{FED0B90A-3A63-46B8-AD28-A0F00F348181}"/>
              </a:ext>
            </a:extLst>
          </p:cNvPr>
          <p:cNvSpPr/>
          <p:nvPr/>
        </p:nvSpPr>
        <p:spPr>
          <a:xfrm>
            <a:off x="1947787" y="4984134"/>
            <a:ext cx="685977" cy="685977"/>
          </a:xfrm>
          <a:prstGeom prst="arc">
            <a:avLst>
              <a:gd name="adj1" fmla="val 18372015"/>
              <a:gd name="adj2" fmla="val 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9EC149A-7305-47A9-8906-2F0280C38FC3}"/>
              </a:ext>
            </a:extLst>
          </p:cNvPr>
          <p:cNvCxnSpPr>
            <a:cxnSpLocks/>
          </p:cNvCxnSpPr>
          <p:nvPr/>
        </p:nvCxnSpPr>
        <p:spPr>
          <a:xfrm>
            <a:off x="2285158" y="3887123"/>
            <a:ext cx="1080000" cy="0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F63564E-CC53-4D2C-99EE-F7CD3403DACD}"/>
              </a:ext>
            </a:extLst>
          </p:cNvPr>
          <p:cNvCxnSpPr>
            <a:cxnSpLocks/>
          </p:cNvCxnSpPr>
          <p:nvPr/>
        </p:nvCxnSpPr>
        <p:spPr>
          <a:xfrm>
            <a:off x="3365158" y="3887123"/>
            <a:ext cx="0" cy="1440605"/>
          </a:xfrm>
          <a:prstGeom prst="straightConnector1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좌표계에서 벡터 나타내기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389EB3-A9DF-4D43-B80E-0183B8CFD3DC}"/>
                  </a:ext>
                </a:extLst>
              </p:cNvPr>
              <p:cNvSpPr txBox="1"/>
              <p:nvPr/>
            </p:nvSpPr>
            <p:spPr>
              <a:xfrm>
                <a:off x="3227354" y="5326519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389EB3-A9DF-4D43-B80E-0183B8CFD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354" y="5326519"/>
                <a:ext cx="45128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7AB9F94-21AF-4B1E-B706-4CE7B7E0D283}"/>
              </a:ext>
            </a:extLst>
          </p:cNvPr>
          <p:cNvCxnSpPr>
            <a:cxnSpLocks/>
          </p:cNvCxnSpPr>
          <p:nvPr/>
        </p:nvCxnSpPr>
        <p:spPr>
          <a:xfrm>
            <a:off x="2286912" y="3343275"/>
            <a:ext cx="0" cy="1983848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57450EB-0B6D-4EC8-95E5-ED0685645BCA}"/>
              </a:ext>
            </a:extLst>
          </p:cNvPr>
          <p:cNvCxnSpPr>
            <a:cxnSpLocks/>
          </p:cNvCxnSpPr>
          <p:nvPr/>
        </p:nvCxnSpPr>
        <p:spPr>
          <a:xfrm flipH="1">
            <a:off x="2286912" y="5327123"/>
            <a:ext cx="2156493" cy="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C8A2C89-D5D4-4981-85D5-A63B292BED9B}"/>
                  </a:ext>
                </a:extLst>
              </p:cNvPr>
              <p:cNvSpPr txBox="1"/>
              <p:nvPr/>
            </p:nvSpPr>
            <p:spPr>
              <a:xfrm>
                <a:off x="4469763" y="5084883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C8A2C89-D5D4-4981-85D5-A63B292BE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763" y="5084883"/>
                <a:ext cx="45128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499038-0CFA-4ABF-9C87-6DF36ED15061}"/>
                  </a:ext>
                </a:extLst>
              </p:cNvPr>
              <p:cNvSpPr txBox="1"/>
              <p:nvPr/>
            </p:nvSpPr>
            <p:spPr>
              <a:xfrm>
                <a:off x="2061270" y="2806895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499038-0CFA-4ABF-9C87-6DF36ED15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270" y="2806895"/>
                <a:ext cx="451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751930-0104-4AC0-BF5F-8C5679435F01}"/>
                  </a:ext>
                </a:extLst>
              </p:cNvPr>
              <p:cNvSpPr txBox="1"/>
              <p:nvPr/>
            </p:nvSpPr>
            <p:spPr>
              <a:xfrm>
                <a:off x="1831850" y="3671075"/>
                <a:ext cx="451284" cy="464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751930-0104-4AC0-BF5F-8C5679435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850" y="3671075"/>
                <a:ext cx="451284" cy="464871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1BE5100-AB26-4792-AB64-B7EC2873BE8E}"/>
              </a:ext>
            </a:extLst>
          </p:cNvPr>
          <p:cNvCxnSpPr/>
          <p:nvPr/>
        </p:nvCxnSpPr>
        <p:spPr>
          <a:xfrm flipV="1">
            <a:off x="2285158" y="3887123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AA85B5-3534-4810-A692-0154786E05C5}"/>
                  </a:ext>
                </a:extLst>
              </p:cNvPr>
              <p:cNvSpPr txBox="1"/>
              <p:nvPr/>
            </p:nvSpPr>
            <p:spPr>
              <a:xfrm>
                <a:off x="2652952" y="4876142"/>
                <a:ext cx="25852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AA85B5-3534-4810-A692-0154786E0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952" y="4876142"/>
                <a:ext cx="25852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6607CA9-1A6A-48BA-8B94-F6D07615CFC2}"/>
              </a:ext>
            </a:extLst>
          </p:cNvPr>
          <p:cNvSpPr/>
          <p:nvPr/>
        </p:nvSpPr>
        <p:spPr>
          <a:xfrm>
            <a:off x="6075566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EE769A-BB3A-4D5F-966F-21101C88EC79}"/>
                  </a:ext>
                </a:extLst>
              </p:cNvPr>
              <p:cNvSpPr txBox="1"/>
              <p:nvPr/>
            </p:nvSpPr>
            <p:spPr>
              <a:xfrm>
                <a:off x="6663092" y="3980092"/>
                <a:ext cx="3697058" cy="17300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e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400" b="0" i="0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ko-KR" sz="2400" b="0" i="1" smtClean="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b="0" i="1" smtClean="0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EE769A-BB3A-4D5F-966F-21101C88E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092" y="3980092"/>
                <a:ext cx="3697058" cy="17300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DDF68A-6139-4BF7-837D-39689068CFCA}"/>
                  </a:ext>
                </a:extLst>
              </p:cNvPr>
              <p:cNvSpPr txBox="1"/>
              <p:nvPr/>
            </p:nvSpPr>
            <p:spPr>
              <a:xfrm>
                <a:off x="6791326" y="2978718"/>
                <a:ext cx="3052342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DDF68A-6139-4BF7-837D-39689068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326" y="2978718"/>
                <a:ext cx="3052342" cy="8238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4267C0-8B69-460E-9C96-3A195ADA39DE}"/>
                  </a:ext>
                </a:extLst>
              </p:cNvPr>
              <p:cNvSpPr txBox="1"/>
              <p:nvPr/>
            </p:nvSpPr>
            <p:spPr>
              <a:xfrm>
                <a:off x="6987291" y="2254600"/>
                <a:ext cx="3295643" cy="54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4267C0-8B69-460E-9C96-3A195ADA3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291" y="2254600"/>
                <a:ext cx="3295643" cy="5465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80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684434E-ED28-4FF4-9465-6943B0A634E0}"/>
              </a:ext>
            </a:extLst>
          </p:cNvPr>
          <p:cNvSpPr/>
          <p:nvPr/>
        </p:nvSpPr>
        <p:spPr>
          <a:xfrm>
            <a:off x="907712" y="2465294"/>
            <a:ext cx="5869606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내용 개체 틀 9">
                <a:extLst>
                  <a:ext uri="{FF2B5EF4-FFF2-40B4-BE49-F238E27FC236}">
                    <a16:creationId xmlns:a16="http://schemas.microsoft.com/office/drawing/2014/main" id="{42B32BAB-FE0E-4D16-85BC-B7C5F7C776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2775" y="3042177"/>
                <a:ext cx="1949996" cy="453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1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스칼라</a:t>
                </a:r>
              </a:p>
            </p:txBody>
          </p:sp>
        </mc:Choice>
        <mc:Fallback xmlns="">
          <p:sp>
            <p:nvSpPr>
              <p:cNvPr id="19" name="내용 개체 틀 9">
                <a:extLst>
                  <a:ext uri="{FF2B5EF4-FFF2-40B4-BE49-F238E27FC236}">
                    <a16:creationId xmlns:a16="http://schemas.microsoft.com/office/drawing/2014/main" id="{42B32BAB-FE0E-4D16-85BC-B7C5F7C77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75" y="3042177"/>
                <a:ext cx="1949996" cy="453613"/>
              </a:xfrm>
              <a:prstGeom prst="rect">
                <a:avLst/>
              </a:prstGeom>
              <a:blipFill>
                <a:blip r:embed="rId3"/>
                <a:stretch>
                  <a:fillRect t="-189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9872C85-941B-4795-A142-FB18AAE314F9}"/>
                  </a:ext>
                </a:extLst>
              </p:cNvPr>
              <p:cNvSpPr/>
              <p:nvPr/>
            </p:nvSpPr>
            <p:spPr>
              <a:xfrm>
                <a:off x="1395075" y="4128228"/>
                <a:ext cx="2977931" cy="5088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=2×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9872C85-941B-4795-A142-FB18AAE31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75" y="4128228"/>
                <a:ext cx="2977931" cy="508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559F37D-E573-4B02-A0DF-DEB2847711D2}"/>
              </a:ext>
            </a:extLst>
          </p:cNvPr>
          <p:cNvCxnSpPr/>
          <p:nvPr/>
        </p:nvCxnSpPr>
        <p:spPr>
          <a:xfrm flipV="1">
            <a:off x="4052860" y="4385334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986C148-7549-4FA5-9544-15FCBACFF3AF}"/>
              </a:ext>
            </a:extLst>
          </p:cNvPr>
          <p:cNvCxnSpPr/>
          <p:nvPr/>
        </p:nvCxnSpPr>
        <p:spPr>
          <a:xfrm flipV="1">
            <a:off x="5133242" y="2939978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D470C3-9252-4D66-96FF-45B21DC5C51B}"/>
                  </a:ext>
                </a:extLst>
              </p:cNvPr>
              <p:cNvSpPr txBox="1"/>
              <p:nvPr/>
            </p:nvSpPr>
            <p:spPr>
              <a:xfrm>
                <a:off x="4681767" y="4981994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D470C3-9252-4D66-96FF-45B21DC5C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767" y="4981994"/>
                <a:ext cx="451284" cy="485967"/>
              </a:xfrm>
              <a:prstGeom prst="rect">
                <a:avLst/>
              </a:prstGeom>
              <a:blipFill>
                <a:blip r:embed="rId5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E5D9F0-0E18-413C-9ECF-A04904BF1BC1}"/>
                  </a:ext>
                </a:extLst>
              </p:cNvPr>
              <p:cNvSpPr txBox="1"/>
              <p:nvPr/>
            </p:nvSpPr>
            <p:spPr>
              <a:xfrm>
                <a:off x="5670532" y="3606313"/>
                <a:ext cx="451284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E5D9F0-0E18-413C-9ECF-A04904BF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532" y="3606313"/>
                <a:ext cx="451284" cy="485967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68E52A5-44DA-4819-9F6B-5AE6E76B2830}"/>
              </a:ext>
            </a:extLst>
          </p:cNvPr>
          <p:cNvSpPr/>
          <p:nvPr/>
        </p:nvSpPr>
        <p:spPr>
          <a:xfrm>
            <a:off x="7314608" y="2518035"/>
            <a:ext cx="4168629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F5ACEE-BB17-4EF8-85F3-78F96F144DA1}"/>
              </a:ext>
            </a:extLst>
          </p:cNvPr>
          <p:cNvSpPr txBox="1"/>
          <p:nvPr/>
        </p:nvSpPr>
        <p:spPr>
          <a:xfrm>
            <a:off x="7550963" y="2995449"/>
            <a:ext cx="3695917" cy="14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덧셈과 곱셈의 관계를 생각하면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벡터와 스칼라의 곱은 다음과 같이 정의된다</a:t>
            </a:r>
            <a:r>
              <a:rPr lang="en-US" altLang="ko-KR" sz="2000" dirty="0"/>
              <a:t>.</a:t>
            </a:r>
            <a:r>
              <a:rPr lang="ko-KR" altLang="en-US" sz="2000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853E54-47FB-467F-8510-A16BC6B11DE2}"/>
                  </a:ext>
                </a:extLst>
              </p:cNvPr>
              <p:cNvSpPr txBox="1"/>
              <p:nvPr/>
            </p:nvSpPr>
            <p:spPr>
              <a:xfrm>
                <a:off x="7503459" y="4782875"/>
                <a:ext cx="3695917" cy="717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altLang="ko-KR" sz="2400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853E54-47FB-467F-8510-A16BC6B11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459" y="4782875"/>
                <a:ext cx="3695917" cy="7171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23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617DC-9344-4F15-A35A-4FBD4FB5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여러 가지 힘의 </a:t>
            </a:r>
            <a:r>
              <a:rPr lang="ko-KR" altLang="en-US" dirty="0" err="1"/>
              <a:t>합력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3F3CC-FF46-4C32-B30D-89EA362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벡터의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내용 개체 틀 9">
                <a:extLst>
                  <a:ext uri="{FF2B5EF4-FFF2-40B4-BE49-F238E27FC236}">
                    <a16:creationId xmlns:a16="http://schemas.microsoft.com/office/drawing/2014/main" id="{42B32BAB-FE0E-4D16-85BC-B7C5F7C776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40795" y="2894629"/>
                <a:ext cx="1949996" cy="453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1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벡터</a:t>
                </a:r>
              </a:p>
            </p:txBody>
          </p:sp>
        </mc:Choice>
        <mc:Fallback xmlns="">
          <p:sp>
            <p:nvSpPr>
              <p:cNvPr id="19" name="내용 개체 틀 9">
                <a:extLst>
                  <a:ext uri="{FF2B5EF4-FFF2-40B4-BE49-F238E27FC236}">
                    <a16:creationId xmlns:a16="http://schemas.microsoft.com/office/drawing/2014/main" id="{42B32BAB-FE0E-4D16-85BC-B7C5F7C77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795" y="2894629"/>
                <a:ext cx="1949996" cy="453613"/>
              </a:xfrm>
              <a:prstGeom prst="rect">
                <a:avLst/>
              </a:prstGeom>
              <a:blipFill>
                <a:blip r:embed="rId3"/>
                <a:stretch>
                  <a:fillRect t="-20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A85E36-85E4-49C9-AF54-146E663C79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91083"/>
                  </p:ext>
                </p:extLst>
              </p:nvPr>
            </p:nvGraphicFramePr>
            <p:xfrm>
              <a:off x="1389528" y="3428999"/>
              <a:ext cx="9252531" cy="25235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1917876">
                      <a:extLst>
                        <a:ext uri="{9D8B030D-6E8A-4147-A177-3AD203B41FA5}">
                          <a16:colId xmlns:a16="http://schemas.microsoft.com/office/drawing/2014/main" val="436206278"/>
                        </a:ext>
                      </a:extLst>
                    </a:gridCol>
                    <a:gridCol w="1926077">
                      <a:extLst>
                        <a:ext uri="{9D8B030D-6E8A-4147-A177-3AD203B41FA5}">
                          <a16:colId xmlns:a16="http://schemas.microsoft.com/office/drawing/2014/main" val="1064823027"/>
                        </a:ext>
                      </a:extLst>
                    </a:gridCol>
                    <a:gridCol w="1896893">
                      <a:extLst>
                        <a:ext uri="{9D8B030D-6E8A-4147-A177-3AD203B41FA5}">
                          <a16:colId xmlns:a16="http://schemas.microsoft.com/office/drawing/2014/main" val="1696390650"/>
                        </a:ext>
                      </a:extLst>
                    </a:gridCol>
                    <a:gridCol w="3511685">
                      <a:extLst>
                        <a:ext uri="{9D8B030D-6E8A-4147-A177-3AD203B41FA5}">
                          <a16:colId xmlns:a16="http://schemas.microsoft.com/office/drawing/2014/main" val="798627981"/>
                        </a:ext>
                      </a:extLst>
                    </a:gridCol>
                  </a:tblGrid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표기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연산 결과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물리 연산 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6510568"/>
                      </a:ext>
                    </a:extLst>
                  </a:tr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/>
                            <a:t>스칼라곱</a:t>
                          </a:r>
                          <a:endParaRPr lang="en-US" altLang="ko-K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스칼라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</m:acc>
                                <m: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acc>
                                <m: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4760048"/>
                      </a:ext>
                    </a:extLst>
                  </a:tr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/>
                            <a:t>벡터곱</a:t>
                          </a:r>
                          <a:endParaRPr lang="en-US" altLang="ko-K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벡터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200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2559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A85E36-85E4-49C9-AF54-146E663C79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91083"/>
                  </p:ext>
                </p:extLst>
              </p:nvPr>
            </p:nvGraphicFramePr>
            <p:xfrm>
              <a:off x="1389528" y="3428999"/>
              <a:ext cx="9252531" cy="25235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1917876">
                      <a:extLst>
                        <a:ext uri="{9D8B030D-6E8A-4147-A177-3AD203B41FA5}">
                          <a16:colId xmlns:a16="http://schemas.microsoft.com/office/drawing/2014/main" val="436206278"/>
                        </a:ext>
                      </a:extLst>
                    </a:gridCol>
                    <a:gridCol w="1926077">
                      <a:extLst>
                        <a:ext uri="{9D8B030D-6E8A-4147-A177-3AD203B41FA5}">
                          <a16:colId xmlns:a16="http://schemas.microsoft.com/office/drawing/2014/main" val="1064823027"/>
                        </a:ext>
                      </a:extLst>
                    </a:gridCol>
                    <a:gridCol w="1896893">
                      <a:extLst>
                        <a:ext uri="{9D8B030D-6E8A-4147-A177-3AD203B41FA5}">
                          <a16:colId xmlns:a16="http://schemas.microsoft.com/office/drawing/2014/main" val="1696390650"/>
                        </a:ext>
                      </a:extLst>
                    </a:gridCol>
                    <a:gridCol w="3511685">
                      <a:extLst>
                        <a:ext uri="{9D8B030D-6E8A-4147-A177-3AD203B41FA5}">
                          <a16:colId xmlns:a16="http://schemas.microsoft.com/office/drawing/2014/main" val="798627981"/>
                        </a:ext>
                      </a:extLst>
                    </a:gridCol>
                  </a:tblGrid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표기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연산 결과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물리 연산 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6510568"/>
                      </a:ext>
                    </a:extLst>
                  </a:tr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/>
                            <a:t>스칼라곱</a:t>
                          </a:r>
                          <a:endParaRPr lang="en-US" altLang="ko-K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84" t="-100000" r="-2813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스칼라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3258" t="-100000" r="-17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760048"/>
                      </a:ext>
                    </a:extLst>
                  </a:tr>
                  <a:tr h="84118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/>
                            <a:t>벡터곱</a:t>
                          </a:r>
                          <a:endParaRPr lang="en-US" altLang="ko-K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84" t="-201449" r="-281329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/>
                            <a:t>벡터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3258" t="-201449" r="-173" b="-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559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476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3455127-A4EF-4C8C-8B95-7265360524A5}"/>
              </a:ext>
            </a:extLst>
          </p:cNvPr>
          <p:cNvCxnSpPr/>
          <p:nvPr/>
        </p:nvCxnSpPr>
        <p:spPr>
          <a:xfrm>
            <a:off x="1507441" y="4932294"/>
            <a:ext cx="32259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1B7B6879-9989-4DFF-BE25-DC458A6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여러가지 힘이 작용하는 물체의 운동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B924F3E-E69C-47BB-8548-C906DA4B90E7}"/>
              </a:ext>
            </a:extLst>
          </p:cNvPr>
          <p:cNvCxnSpPr>
            <a:cxnSpLocks/>
          </p:cNvCxnSpPr>
          <p:nvPr/>
        </p:nvCxnSpPr>
        <p:spPr>
          <a:xfrm flipV="1">
            <a:off x="1507441" y="3267893"/>
            <a:ext cx="3994562" cy="1664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DACE18-6406-4522-8E46-080E855DBB45}"/>
              </a:ext>
            </a:extLst>
          </p:cNvPr>
          <p:cNvSpPr/>
          <p:nvPr/>
        </p:nvSpPr>
        <p:spPr>
          <a:xfrm rot="20220000">
            <a:off x="2756197" y="3429349"/>
            <a:ext cx="1018999" cy="735575"/>
          </a:xfrm>
          <a:prstGeom prst="rect">
            <a:avLst/>
          </a:prstGeom>
          <a:solidFill>
            <a:srgbClr val="F1DE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CE6584B-111A-4E03-A708-6F122BF259BD}"/>
              </a:ext>
            </a:extLst>
          </p:cNvPr>
          <p:cNvCxnSpPr>
            <a:cxnSpLocks/>
          </p:cNvCxnSpPr>
          <p:nvPr/>
        </p:nvCxnSpPr>
        <p:spPr>
          <a:xfrm flipH="1">
            <a:off x="3278396" y="3803486"/>
            <a:ext cx="0" cy="2340000"/>
          </a:xfrm>
          <a:prstGeom prst="straightConnector1">
            <a:avLst/>
          </a:prstGeom>
          <a:ln w="57150" cap="rnd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B0758DE-ECE0-4FC1-A4F3-2DC1980704A9}"/>
              </a:ext>
            </a:extLst>
          </p:cNvPr>
          <p:cNvCxnSpPr>
            <a:cxnSpLocks/>
          </p:cNvCxnSpPr>
          <p:nvPr/>
        </p:nvCxnSpPr>
        <p:spPr>
          <a:xfrm flipH="1" flipV="1">
            <a:off x="2594182" y="2157731"/>
            <a:ext cx="828000" cy="1980000"/>
          </a:xfrm>
          <a:prstGeom prst="straightConnector1">
            <a:avLst/>
          </a:prstGeom>
          <a:ln w="57150" cap="rnd">
            <a:solidFill>
              <a:srgbClr val="A6B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FB9A087-C81F-4D69-B9BF-F5C85972BBC8}"/>
              </a:ext>
            </a:extLst>
          </p:cNvPr>
          <p:cNvCxnSpPr>
            <a:cxnSpLocks/>
          </p:cNvCxnSpPr>
          <p:nvPr/>
        </p:nvCxnSpPr>
        <p:spPr>
          <a:xfrm flipV="1">
            <a:off x="3415837" y="3787749"/>
            <a:ext cx="831600" cy="345600"/>
          </a:xfrm>
          <a:prstGeom prst="straightConnector1">
            <a:avLst/>
          </a:prstGeom>
          <a:ln w="57150" cap="rnd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268623-0109-4146-846A-DEE77AFBF4FD}"/>
                  </a:ext>
                </a:extLst>
              </p:cNvPr>
              <p:cNvSpPr txBox="1"/>
              <p:nvPr/>
            </p:nvSpPr>
            <p:spPr>
              <a:xfrm>
                <a:off x="2014171" y="2064466"/>
                <a:ext cx="508000" cy="57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268623-0109-4146-846A-DEE77AFBF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71" y="2064466"/>
                <a:ext cx="508000" cy="5757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77B12A-A096-4486-B923-FFD160BB3C5B}"/>
                  </a:ext>
                </a:extLst>
              </p:cNvPr>
              <p:cNvSpPr txBox="1"/>
              <p:nvPr/>
            </p:nvSpPr>
            <p:spPr>
              <a:xfrm>
                <a:off x="3397361" y="5661106"/>
                <a:ext cx="7707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77B12A-A096-4486-B923-FFD160BB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61" y="5661106"/>
                <a:ext cx="7707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CDC391-2481-4BE3-A007-B98DA96266B1}"/>
                  </a:ext>
                </a:extLst>
              </p:cNvPr>
              <p:cNvSpPr txBox="1"/>
              <p:nvPr/>
            </p:nvSpPr>
            <p:spPr>
              <a:xfrm>
                <a:off x="3919058" y="3109282"/>
                <a:ext cx="508000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CDC391-2481-4BE3-A007-B98DA9626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058" y="3109282"/>
                <a:ext cx="508000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원호 15">
            <a:extLst>
              <a:ext uri="{FF2B5EF4-FFF2-40B4-BE49-F238E27FC236}">
                <a16:creationId xmlns:a16="http://schemas.microsoft.com/office/drawing/2014/main" id="{1FF2C1DF-D434-4BCF-A97F-D98B7E57AB1A}"/>
              </a:ext>
            </a:extLst>
          </p:cNvPr>
          <p:cNvSpPr/>
          <p:nvPr/>
        </p:nvSpPr>
        <p:spPr>
          <a:xfrm>
            <a:off x="850216" y="4274266"/>
            <a:ext cx="1314449" cy="1314449"/>
          </a:xfrm>
          <a:prstGeom prst="arc">
            <a:avLst>
              <a:gd name="adj1" fmla="val 20288748"/>
              <a:gd name="adj2" fmla="val 0"/>
            </a:avLst>
          </a:prstGeom>
          <a:ln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DD1484-3E99-4660-B4AF-61F93A2C31F8}"/>
                  </a:ext>
                </a:extLst>
              </p:cNvPr>
              <p:cNvSpPr txBox="1"/>
              <p:nvPr/>
            </p:nvSpPr>
            <p:spPr>
              <a:xfrm>
                <a:off x="2269553" y="4480883"/>
                <a:ext cx="50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DD1484-3E99-4660-B4AF-61F93A2C3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53" y="4480883"/>
                <a:ext cx="508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1ECCD8-6680-4E16-947E-AC41CC48ED08}"/>
                  </a:ext>
                </a:extLst>
              </p:cNvPr>
              <p:cNvSpPr txBox="1"/>
              <p:nvPr/>
            </p:nvSpPr>
            <p:spPr>
              <a:xfrm>
                <a:off x="6546564" y="2435114"/>
                <a:ext cx="3893234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𝑚𝑔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𝑚𝑔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1ECCD8-6680-4E16-947E-AC41CC48E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564" y="2435114"/>
                <a:ext cx="3893234" cy="823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1A2C620-D973-4FD5-AAE0-80A6C164D6A3}"/>
              </a:ext>
            </a:extLst>
          </p:cNvPr>
          <p:cNvSpPr/>
          <p:nvPr/>
        </p:nvSpPr>
        <p:spPr>
          <a:xfrm>
            <a:off x="5996940" y="3803354"/>
            <a:ext cx="5325483" cy="2281767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31F0B9-7565-49F1-B581-B4CFACE149C3}"/>
              </a:ext>
            </a:extLst>
          </p:cNvPr>
          <p:cNvSpPr txBox="1"/>
          <p:nvPr/>
        </p:nvSpPr>
        <p:spPr>
          <a:xfrm>
            <a:off x="6408445" y="4137300"/>
            <a:ext cx="4680895" cy="14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마찰력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마찰력은 표면을 누르는 힘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수직항력</a:t>
            </a:r>
            <a:r>
              <a:rPr lang="en-US" altLang="ko-KR" sz="2000" dirty="0"/>
              <a:t>)</a:t>
            </a:r>
            <a:r>
              <a:rPr lang="ko-KR" altLang="en-US" sz="2000" dirty="0"/>
              <a:t>과 마찰계수의 곱으로 나타난다</a:t>
            </a:r>
            <a:r>
              <a:rPr lang="en-US" altLang="ko-KR" sz="2000" dirty="0"/>
              <a:t>.</a:t>
            </a:r>
            <a:r>
              <a:rPr lang="ko-KR" altLang="en-US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7470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DB87F03-03E7-4E13-9358-FED4288EC182}"/>
              </a:ext>
            </a:extLst>
          </p:cNvPr>
          <p:cNvSpPr/>
          <p:nvPr/>
        </p:nvSpPr>
        <p:spPr>
          <a:xfrm>
            <a:off x="5219700" y="2157731"/>
            <a:ext cx="5991225" cy="4052570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7B6879-9989-4DFF-BE25-DC458A6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여러가지 힘이 작용하는 물체의 운동</a:t>
            </a:r>
          </a:p>
        </p:txBody>
      </p:sp>
      <p:sp>
        <p:nvSpPr>
          <p:cNvPr id="18" name="내용 개체 틀 9">
            <a:extLst>
              <a:ext uri="{FF2B5EF4-FFF2-40B4-BE49-F238E27FC236}">
                <a16:creationId xmlns:a16="http://schemas.microsoft.com/office/drawing/2014/main" id="{392C64B3-9276-4361-AC54-145086A4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마찰력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다이어그램 3">
                <a:extLst>
                  <a:ext uri="{FF2B5EF4-FFF2-40B4-BE49-F238E27FC236}">
                    <a16:creationId xmlns:a16="http://schemas.microsoft.com/office/drawing/2014/main" id="{455A4269-B73E-4E68-90AE-257E8C6F6B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97950564"/>
                  </p:ext>
                </p:extLst>
              </p:nvPr>
            </p:nvGraphicFramePr>
            <p:xfrm>
              <a:off x="950259" y="2465294"/>
              <a:ext cx="5082988" cy="340658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다이어그램 3">
                <a:extLst>
                  <a:ext uri="{FF2B5EF4-FFF2-40B4-BE49-F238E27FC236}">
                    <a16:creationId xmlns:a16="http://schemas.microsoft.com/office/drawing/2014/main" id="{455A4269-B73E-4E68-90AE-257E8C6F6B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97950564"/>
                  </p:ext>
                </p:extLst>
              </p:nvPr>
            </p:nvGraphicFramePr>
            <p:xfrm>
              <a:off x="950259" y="2465294"/>
              <a:ext cx="5082988" cy="340658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9689288-BBA5-4CF9-A219-7AD0F1ABCEE6}"/>
              </a:ext>
            </a:extLst>
          </p:cNvPr>
          <p:cNvCxnSpPr>
            <a:cxnSpLocks/>
          </p:cNvCxnSpPr>
          <p:nvPr/>
        </p:nvCxnSpPr>
        <p:spPr>
          <a:xfrm>
            <a:off x="6515100" y="2850776"/>
            <a:ext cx="0" cy="2575634"/>
          </a:xfrm>
          <a:prstGeom prst="straightConnector1">
            <a:avLst/>
          </a:prstGeom>
          <a:ln w="12700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97FD14E-D194-4F76-A060-FA86E215E313}"/>
              </a:ext>
            </a:extLst>
          </p:cNvPr>
          <p:cNvCxnSpPr>
            <a:cxnSpLocks/>
          </p:cNvCxnSpPr>
          <p:nvPr/>
        </p:nvCxnSpPr>
        <p:spPr>
          <a:xfrm flipH="1">
            <a:off x="6515102" y="5426410"/>
            <a:ext cx="3863786" cy="0"/>
          </a:xfrm>
          <a:prstGeom prst="straightConnector1">
            <a:avLst/>
          </a:prstGeom>
          <a:ln w="12700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7225FB-908E-45F5-9947-9C568008DC84}"/>
                  </a:ext>
                </a:extLst>
              </p:cNvPr>
              <p:cNvSpPr txBox="1"/>
              <p:nvPr/>
            </p:nvSpPr>
            <p:spPr>
              <a:xfrm>
                <a:off x="5387259" y="2520017"/>
                <a:ext cx="895292" cy="6307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2000" dirty="0"/>
                  <a:t>마</a:t>
                </a:r>
                <a14:m>
                  <m:oMath xmlns:m="http://schemas.openxmlformats.org/officeDocument/2006/math">
                    <m:r>
                      <a:rPr lang="ko-KR" altLang="en-US" sz="2000" b="0" i="1" smtClean="0">
                        <a:latin typeface="Cambria Math" panose="02040503050406030204" pitchFamily="18" charset="0"/>
                      </a:rPr>
                      <m:t>찰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수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직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항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7225FB-908E-45F5-9947-9C568008D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259" y="2520017"/>
                <a:ext cx="895292" cy="630750"/>
              </a:xfrm>
              <a:prstGeom prst="rect">
                <a:avLst/>
              </a:prstGeom>
              <a:blipFill>
                <a:blip r:embed="rId12"/>
                <a:stretch>
                  <a:fillRect l="-17687" t="-11538" r="-27891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713C9FB-C8BB-427B-BBC2-0DC906076DC5}"/>
                  </a:ext>
                </a:extLst>
              </p:cNvPr>
              <p:cNvSpPr txBox="1"/>
              <p:nvPr/>
            </p:nvSpPr>
            <p:spPr>
              <a:xfrm>
                <a:off x="10004519" y="5555166"/>
                <a:ext cx="706001" cy="313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2000" dirty="0"/>
                  <a:t>외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713C9FB-C8BB-427B-BBC2-0DC906076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519" y="5555166"/>
                <a:ext cx="706001" cy="313612"/>
              </a:xfrm>
              <a:prstGeom prst="rect">
                <a:avLst/>
              </a:prstGeom>
              <a:blipFill>
                <a:blip r:embed="rId13"/>
                <a:stretch>
                  <a:fillRect l="-21552" t="-26923" b="-4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ED631DF-B15B-41BC-AE64-21BDD645E6BA}"/>
              </a:ext>
            </a:extLst>
          </p:cNvPr>
          <p:cNvCxnSpPr>
            <a:cxnSpLocks/>
          </p:cNvCxnSpPr>
          <p:nvPr/>
        </p:nvCxnSpPr>
        <p:spPr>
          <a:xfrm flipV="1">
            <a:off x="6511568" y="3626411"/>
            <a:ext cx="1800001" cy="1799999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D437D3E-D0D9-4FB7-A455-21BF3271C180}"/>
              </a:ext>
            </a:extLst>
          </p:cNvPr>
          <p:cNvCxnSpPr>
            <a:cxnSpLocks/>
          </p:cNvCxnSpPr>
          <p:nvPr/>
        </p:nvCxnSpPr>
        <p:spPr>
          <a:xfrm flipV="1">
            <a:off x="8311569" y="4590788"/>
            <a:ext cx="18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103D392-4F41-4F48-AB0F-F4EBFD2A3097}"/>
              </a:ext>
            </a:extLst>
          </p:cNvPr>
          <p:cNvCxnSpPr>
            <a:cxnSpLocks/>
          </p:cNvCxnSpPr>
          <p:nvPr/>
        </p:nvCxnSpPr>
        <p:spPr>
          <a:xfrm>
            <a:off x="8311569" y="3626411"/>
            <a:ext cx="0" cy="9773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CB3ED4-7BFC-4957-9B92-AA299F0E2013}"/>
                  </a:ext>
                </a:extLst>
              </p:cNvPr>
              <p:cNvSpPr txBox="1"/>
              <p:nvPr/>
            </p:nvSpPr>
            <p:spPr>
              <a:xfrm>
                <a:off x="5713252" y="3441552"/>
                <a:ext cx="938462" cy="313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CB3ED4-7BFC-4957-9B92-AA299F0E2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252" y="3441552"/>
                <a:ext cx="938462" cy="313612"/>
              </a:xfrm>
              <a:prstGeom prst="rect">
                <a:avLst/>
              </a:prstGeom>
              <a:blipFill>
                <a:blip r:embed="rId14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0E9AAAC-2BF9-47B7-A817-BFB4109B2DE0}"/>
              </a:ext>
            </a:extLst>
          </p:cNvPr>
          <p:cNvCxnSpPr>
            <a:cxnSpLocks/>
          </p:cNvCxnSpPr>
          <p:nvPr/>
        </p:nvCxnSpPr>
        <p:spPr>
          <a:xfrm flipH="1" flipV="1">
            <a:off x="6511568" y="4590787"/>
            <a:ext cx="1800001" cy="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A1C16F5-8435-40E5-9397-6E0498AF6024}"/>
              </a:ext>
            </a:extLst>
          </p:cNvPr>
          <p:cNvCxnSpPr>
            <a:cxnSpLocks/>
          </p:cNvCxnSpPr>
          <p:nvPr/>
        </p:nvCxnSpPr>
        <p:spPr>
          <a:xfrm flipH="1" flipV="1">
            <a:off x="6511568" y="3626409"/>
            <a:ext cx="1800001" cy="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AB2F98-E106-44AC-9CAE-9D382E880538}"/>
                  </a:ext>
                </a:extLst>
              </p:cNvPr>
              <p:cNvSpPr txBox="1"/>
              <p:nvPr/>
            </p:nvSpPr>
            <p:spPr>
              <a:xfrm>
                <a:off x="5713252" y="4429234"/>
                <a:ext cx="938462" cy="313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AB2F98-E106-44AC-9CAE-9D382E880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252" y="4429234"/>
                <a:ext cx="938462" cy="313612"/>
              </a:xfrm>
              <a:prstGeom prst="rect">
                <a:avLst/>
              </a:prstGeom>
              <a:blipFill>
                <a:blip r:embed="rId15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03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B6879-9989-4DFF-BE25-DC458A6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여러가지 힘이 작용하는 물체의 운동</a:t>
            </a:r>
          </a:p>
        </p:txBody>
      </p:sp>
      <p:sp>
        <p:nvSpPr>
          <p:cNvPr id="18" name="내용 개체 틀 9">
            <a:extLst>
              <a:ext uri="{FF2B5EF4-FFF2-40B4-BE49-F238E27FC236}">
                <a16:creationId xmlns:a16="http://schemas.microsoft.com/office/drawing/2014/main" id="{392C64B3-9276-4361-AC54-145086A4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1"/>
            <a:ext cx="3876294" cy="453613"/>
          </a:xfrm>
        </p:spPr>
        <p:txBody>
          <a:bodyPr/>
          <a:lstStyle/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저항력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다이어그램 3">
                <a:extLst>
                  <a:ext uri="{FF2B5EF4-FFF2-40B4-BE49-F238E27FC236}">
                    <a16:creationId xmlns:a16="http://schemas.microsoft.com/office/drawing/2014/main" id="{455A4269-B73E-4E68-90AE-257E8C6F6B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67465921"/>
                  </p:ext>
                </p:extLst>
              </p:nvPr>
            </p:nvGraphicFramePr>
            <p:xfrm>
              <a:off x="950259" y="2465293"/>
              <a:ext cx="5859103" cy="374500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다이어그램 3">
                <a:extLst>
                  <a:ext uri="{FF2B5EF4-FFF2-40B4-BE49-F238E27FC236}">
                    <a16:creationId xmlns:a16="http://schemas.microsoft.com/office/drawing/2014/main" id="{455A4269-B73E-4E68-90AE-257E8C6F6B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67465921"/>
                  </p:ext>
                </p:extLst>
              </p:nvPr>
            </p:nvGraphicFramePr>
            <p:xfrm>
              <a:off x="950259" y="2465293"/>
              <a:ext cx="5859103" cy="374500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209FD8-41A6-47A0-9329-E0482BAA2F2E}"/>
              </a:ext>
            </a:extLst>
          </p:cNvPr>
          <p:cNvSpPr/>
          <p:nvPr/>
        </p:nvSpPr>
        <p:spPr>
          <a:xfrm>
            <a:off x="6809362" y="2157731"/>
            <a:ext cx="4725414" cy="4052570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64C95-72B1-4199-A7CE-61B75505B735}"/>
              </a:ext>
            </a:extLst>
          </p:cNvPr>
          <p:cNvSpPr txBox="1"/>
          <p:nvPr/>
        </p:nvSpPr>
        <p:spPr>
          <a:xfrm>
            <a:off x="7191070" y="3386510"/>
            <a:ext cx="3956828" cy="1902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물체에 외력이 작용해도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저항력에 의해 더 이상 빨라지지 않는 한계 속도가 생기게 되는데</a:t>
            </a:r>
            <a:b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이를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종단 속도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라고 한다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EA7E26-9BCC-478C-AD9B-AC3C82B504A4}"/>
              </a:ext>
            </a:extLst>
          </p:cNvPr>
          <p:cNvSpPr txBox="1"/>
          <p:nvPr/>
        </p:nvSpPr>
        <p:spPr>
          <a:xfrm>
            <a:off x="7198468" y="2583834"/>
            <a:ext cx="3453319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종단 속도</a:t>
            </a:r>
          </a:p>
        </p:txBody>
      </p:sp>
    </p:spTree>
    <p:extLst>
      <p:ext uri="{BB962C8B-B14F-4D97-AF65-F5344CB8AC3E}">
        <p14:creationId xmlns:p14="http://schemas.microsoft.com/office/powerpoint/2010/main" val="9009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B6879-9989-4DFF-BE25-DC458A65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여러가지 힘이 작용하는 물체의 운동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1ECCD8-6680-4E16-947E-AC41CC48ED08}"/>
                  </a:ext>
                </a:extLst>
              </p:cNvPr>
              <p:cNvSpPr txBox="1"/>
              <p:nvPr/>
            </p:nvSpPr>
            <p:spPr>
              <a:xfrm>
                <a:off x="6546564" y="2435114"/>
                <a:ext cx="3893234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𝑚𝑔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𝑚𝑔</m:t>
                              </m:r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1ECCD8-6680-4E16-947E-AC41CC48E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564" y="2435114"/>
                <a:ext cx="3893234" cy="823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원호 32">
            <a:extLst>
              <a:ext uri="{FF2B5EF4-FFF2-40B4-BE49-F238E27FC236}">
                <a16:creationId xmlns:a16="http://schemas.microsoft.com/office/drawing/2014/main" id="{897E6ED8-D1AC-4CE7-A260-DA62E8CA7A9F}"/>
              </a:ext>
            </a:extLst>
          </p:cNvPr>
          <p:cNvSpPr/>
          <p:nvPr/>
        </p:nvSpPr>
        <p:spPr>
          <a:xfrm flipH="1">
            <a:off x="2068132" y="1368425"/>
            <a:ext cx="1314449" cy="1314449"/>
          </a:xfrm>
          <a:prstGeom prst="arc">
            <a:avLst>
              <a:gd name="adj1" fmla="val 5377936"/>
              <a:gd name="adj2" fmla="val 6413622"/>
            </a:avLst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5FFA39-A0AF-4C64-81BD-11E54DACF241}"/>
              </a:ext>
            </a:extLst>
          </p:cNvPr>
          <p:cNvCxnSpPr>
            <a:cxnSpLocks/>
          </p:cNvCxnSpPr>
          <p:nvPr/>
        </p:nvCxnSpPr>
        <p:spPr>
          <a:xfrm>
            <a:off x="2729910" y="2236687"/>
            <a:ext cx="823232" cy="17489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B8A6388-97C3-474C-A035-CE40634678EA}"/>
              </a:ext>
            </a:extLst>
          </p:cNvPr>
          <p:cNvSpPr/>
          <p:nvPr/>
        </p:nvSpPr>
        <p:spPr>
          <a:xfrm flipH="1">
            <a:off x="3292538" y="3688660"/>
            <a:ext cx="548640" cy="548640"/>
          </a:xfrm>
          <a:prstGeom prst="ellipse">
            <a:avLst/>
          </a:prstGeom>
          <a:solidFill>
            <a:srgbClr val="F1DE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986F9C2-89F6-41D0-9B0E-BD2498B9FFF2}"/>
              </a:ext>
            </a:extLst>
          </p:cNvPr>
          <p:cNvCxnSpPr>
            <a:cxnSpLocks/>
          </p:cNvCxnSpPr>
          <p:nvPr/>
        </p:nvCxnSpPr>
        <p:spPr>
          <a:xfrm flipH="1">
            <a:off x="3553142" y="3985641"/>
            <a:ext cx="0" cy="1372570"/>
          </a:xfrm>
          <a:prstGeom prst="straightConnector1">
            <a:avLst/>
          </a:prstGeom>
          <a:ln w="57150" cap="rnd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E4AF8CE-B76F-4FE5-85D7-605D35DDA363}"/>
              </a:ext>
            </a:extLst>
          </p:cNvPr>
          <p:cNvCxnSpPr>
            <a:cxnSpLocks/>
          </p:cNvCxnSpPr>
          <p:nvPr/>
        </p:nvCxnSpPr>
        <p:spPr>
          <a:xfrm flipH="1" flipV="1">
            <a:off x="3072066" y="2965450"/>
            <a:ext cx="354076" cy="749301"/>
          </a:xfrm>
          <a:prstGeom prst="straightConnector1">
            <a:avLst/>
          </a:prstGeom>
          <a:ln w="57150" cap="rnd">
            <a:solidFill>
              <a:srgbClr val="A6B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0457C4-399E-4701-9DE3-7E5102B8BC8E}"/>
                  </a:ext>
                </a:extLst>
              </p:cNvPr>
              <p:cNvSpPr txBox="1"/>
              <p:nvPr/>
            </p:nvSpPr>
            <p:spPr>
              <a:xfrm flipH="1">
                <a:off x="2655413" y="4776963"/>
                <a:ext cx="7707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0457C4-399E-4701-9DE3-7E5102B8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55413" y="4776963"/>
                <a:ext cx="7707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B6BEAB-5713-45D5-9572-87DF9F6CBC46}"/>
                  </a:ext>
                </a:extLst>
              </p:cNvPr>
              <p:cNvSpPr txBox="1"/>
              <p:nvPr/>
            </p:nvSpPr>
            <p:spPr>
              <a:xfrm flipH="1">
                <a:off x="3128581" y="2841514"/>
                <a:ext cx="508000" cy="575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B6BEAB-5713-45D5-9572-87DF9F6CB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28581" y="2841514"/>
                <a:ext cx="508000" cy="5754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D0EB68D-0644-4DB9-9BE0-C68D440EC5AD}"/>
              </a:ext>
            </a:extLst>
          </p:cNvPr>
          <p:cNvCxnSpPr/>
          <p:nvPr/>
        </p:nvCxnSpPr>
        <p:spPr>
          <a:xfrm flipH="1">
            <a:off x="2729910" y="2025650"/>
            <a:ext cx="0" cy="23114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6A2610-BAB5-4679-8F3D-18DAA606C8DD}"/>
                  </a:ext>
                </a:extLst>
              </p:cNvPr>
              <p:cNvSpPr txBox="1"/>
              <p:nvPr/>
            </p:nvSpPr>
            <p:spPr>
              <a:xfrm flipH="1">
                <a:off x="2285238" y="2410783"/>
                <a:ext cx="50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6A2610-BAB5-4679-8F3D-18DAA606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85238" y="2410783"/>
                <a:ext cx="508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DB9B67D-B0A1-4112-8360-40E5592B678E}"/>
              </a:ext>
            </a:extLst>
          </p:cNvPr>
          <p:cNvSpPr/>
          <p:nvPr/>
        </p:nvSpPr>
        <p:spPr>
          <a:xfrm>
            <a:off x="5996940" y="3803354"/>
            <a:ext cx="5325483" cy="2281767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7AF1F3-54F6-481C-8AEE-9667D2DFEFB7}"/>
              </a:ext>
            </a:extLst>
          </p:cNvPr>
          <p:cNvSpPr txBox="1"/>
          <p:nvPr/>
        </p:nvSpPr>
        <p:spPr>
          <a:xfrm>
            <a:off x="6408445" y="3999843"/>
            <a:ext cx="4680895" cy="188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구심력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dirty="0" err="1"/>
              <a:t>알짜힘을</a:t>
            </a:r>
            <a:r>
              <a:rPr lang="ko-KR" altLang="en-US" sz="2000" dirty="0"/>
              <a:t> 원의 중심 방향과 이에 수직한 방향으로 분해했을 때 원의 중심 방향을 구심력이라고 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9466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B6879-9989-4DFF-BE25-DC458A6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여러가지 힘이 작용하는 물체의 운동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61707D-B5D2-4B14-AFA1-3EB5260520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2548467"/>
                <a:ext cx="10753725" cy="3810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dirty="0"/>
                  <a:t>뉴턴 제</a:t>
                </a:r>
                <a:r>
                  <a:rPr lang="en-US" altLang="ko-KR" dirty="0"/>
                  <a:t>2 </a:t>
                </a:r>
                <a:r>
                  <a:rPr lang="ko-KR" altLang="en-US" dirty="0"/>
                  <a:t>법칙에서 가속도는 변위의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계 변화율 개념이므로</a:t>
                </a:r>
                <a:endParaRPr lang="en-US" altLang="ko-KR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ko-KR" altLang="en-US" dirty="0"/>
                  <a:t>변위의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계 변화율이 무엇인가에 의해서 운동 경로가 결정되며</a:t>
                </a:r>
                <a:r>
                  <a:rPr lang="en-US" altLang="ko-KR" dirty="0"/>
                  <a:t>, 		    </a:t>
                </a:r>
                <a:r>
                  <a:rPr lang="ko-KR" altLang="en-US" dirty="0"/>
                  <a:t>이를 </a:t>
                </a:r>
                <a:r>
                  <a:rPr lang="ko-KR" altLang="en-US" b="1" dirty="0"/>
                  <a:t>운동 방정식</a:t>
                </a:r>
                <a:r>
                  <a:rPr lang="ko-KR" altLang="en-US" dirty="0"/>
                  <a:t>이라고 한다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ko-KR" altLang="en-US" dirty="0" err="1"/>
                  <a:t>알짜힘과</a:t>
                </a:r>
                <a:r>
                  <a:rPr lang="ko-KR" altLang="en-US" dirty="0"/>
                  <a:t> 초기조건을 완전히 알면 물체의 미래 운동이 결정된다는 것을 </a:t>
                </a:r>
                <a:r>
                  <a:rPr lang="en-US" altLang="ko-KR" dirty="0"/>
                  <a:t>	    </a:t>
                </a:r>
                <a:r>
                  <a:rPr lang="ko-KR" altLang="en-US" dirty="0"/>
                  <a:t>뉴턴 역학의 결정론적 세계관이라고 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61707D-B5D2-4B14-AFA1-3EB5260520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2548467"/>
                <a:ext cx="10753725" cy="3810000"/>
              </a:xfrm>
              <a:blipFill>
                <a:blip r:embed="rId3"/>
                <a:stretch>
                  <a:fillRect l="-907" t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내용 개체 틀 9">
            <a:extLst>
              <a:ext uri="{FF2B5EF4-FFF2-40B4-BE49-F238E27FC236}">
                <a16:creationId xmlns:a16="http://schemas.microsoft.com/office/drawing/2014/main" id="{800639D4-4F42-400D-8E53-75E3052F0323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3876294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물체의 운동 예측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57473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B5260D-18F5-46F6-B8AD-04BA4682C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/>
              <a:t>포물선 운동과 역학적 에너지 보존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C8E659C-869E-46B3-B3CA-EC95831E0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힘과 운동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07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09152-0726-4BB3-89A1-ACDF3DD0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수평으로 던진 물체의 운동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0A725308-6AB3-4346-BD6C-4A02431B49DB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5200268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알짜힘이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상수일 때 운동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8EF99-DFAF-4101-8500-86E8D6EC6C0A}"/>
                  </a:ext>
                </a:extLst>
              </p:cNvPr>
              <p:cNvSpPr txBox="1"/>
              <p:nvPr/>
            </p:nvSpPr>
            <p:spPr>
              <a:xfrm>
                <a:off x="676656" y="2465294"/>
                <a:ext cx="4885561" cy="11116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8EF99-DFAF-4101-8500-86E8D6EC6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2465294"/>
                <a:ext cx="4885561" cy="11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A66BCCCE-0687-4C60-ADD7-445515179CE3}"/>
              </a:ext>
            </a:extLst>
          </p:cNvPr>
          <p:cNvSpPr txBox="1">
            <a:spLocks/>
          </p:cNvSpPr>
          <p:nvPr/>
        </p:nvSpPr>
        <p:spPr>
          <a:xfrm>
            <a:off x="676657" y="3884508"/>
            <a:ext cx="2152268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방정식의 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B10F9B-DCE8-49D0-B811-8617E432CA20}"/>
                  </a:ext>
                </a:extLst>
              </p:cNvPr>
              <p:cNvSpPr txBox="1"/>
              <p:nvPr/>
            </p:nvSpPr>
            <p:spPr>
              <a:xfrm>
                <a:off x="676656" y="4377938"/>
                <a:ext cx="4885561" cy="1191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B10F9B-DCE8-49D0-B811-8617E432C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4377938"/>
                <a:ext cx="4885561" cy="1191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D49570-EC3B-4DA9-B45E-0604BCCBC163}"/>
              </a:ext>
            </a:extLst>
          </p:cNvPr>
          <p:cNvSpPr/>
          <p:nvPr/>
        </p:nvSpPr>
        <p:spPr>
          <a:xfrm>
            <a:off x="6096000" y="2157731"/>
            <a:ext cx="5114925" cy="3662044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31E14-1D5E-4CD8-8642-0B0A2458FEF8}"/>
              </a:ext>
            </a:extLst>
          </p:cNvPr>
          <p:cNvSpPr txBox="1"/>
          <p:nvPr/>
        </p:nvSpPr>
        <p:spPr>
          <a:xfrm>
            <a:off x="6453187" y="3340045"/>
            <a:ext cx="4400550" cy="1858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초기 속도와 가속도의 방향이 같으면 등가속도 직선 운동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초기 속도와 가속도의 방향이  다르면 포물선 운동이 된다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13" name="내용 개체 틀 9">
            <a:extLst>
              <a:ext uri="{FF2B5EF4-FFF2-40B4-BE49-F238E27FC236}">
                <a16:creationId xmlns:a16="http://schemas.microsoft.com/office/drawing/2014/main" id="{C3DE9CFA-3183-4EF3-9C4D-1D93284AF4BD}"/>
              </a:ext>
            </a:extLst>
          </p:cNvPr>
          <p:cNvSpPr txBox="1">
            <a:spLocks/>
          </p:cNvSpPr>
          <p:nvPr/>
        </p:nvSpPr>
        <p:spPr>
          <a:xfrm>
            <a:off x="6453187" y="2587415"/>
            <a:ext cx="2152268" cy="453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경로의 모양</a:t>
            </a:r>
          </a:p>
        </p:txBody>
      </p:sp>
    </p:spTree>
    <p:extLst>
      <p:ext uri="{BB962C8B-B14F-4D97-AF65-F5344CB8AC3E}">
        <p14:creationId xmlns:p14="http://schemas.microsoft.com/office/powerpoint/2010/main" val="127096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3CCEEEE-87DB-4831-99A9-97E26762B972}"/>
              </a:ext>
            </a:extLst>
          </p:cNvPr>
          <p:cNvSpPr/>
          <p:nvPr/>
        </p:nvSpPr>
        <p:spPr>
          <a:xfrm>
            <a:off x="7210425" y="2157731"/>
            <a:ext cx="4219574" cy="3662044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A09152-0726-4BB3-89A1-ACDF3DD0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수평으로 던진 물체의 운동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0A725308-6AB3-4346-BD6C-4A02431B49DB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5200268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수평으로 던진 운동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C4E327-4183-4550-A278-55C6229649E8}"/>
                  </a:ext>
                </a:extLst>
              </p:cNvPr>
              <p:cNvSpPr txBox="1"/>
              <p:nvPr/>
            </p:nvSpPr>
            <p:spPr>
              <a:xfrm>
                <a:off x="7439025" y="2343982"/>
                <a:ext cx="3990974" cy="3434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좌표축을 지면과 수평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</a:t>
                </a:r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수직하게 설정한다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∴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0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endParaRPr lang="ko-KR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C4E327-4183-4550-A278-55C622964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025" y="2343982"/>
                <a:ext cx="3990974" cy="3434402"/>
              </a:xfrm>
              <a:prstGeom prst="rect">
                <a:avLst/>
              </a:prstGeom>
              <a:blipFill>
                <a:blip r:embed="rId3"/>
                <a:stretch>
                  <a:fillRect l="-15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464C2355-7C37-40AD-8021-534AAB173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7" y="2755910"/>
            <a:ext cx="6419850" cy="298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92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09152-0726-4BB3-89A1-ACDF3DD0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수평으로 던진 물체의 운동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0A725308-6AB3-4346-BD6C-4A02431B49DB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5200268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포물선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이차 함수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D4DF5C62-0773-4EB2-88EE-8DCDAFACD45F}"/>
                  </a:ext>
                </a:extLst>
              </p:cNvPr>
              <p:cNvSpPr/>
              <p:nvPr/>
            </p:nvSpPr>
            <p:spPr>
              <a:xfrm>
                <a:off x="790127" y="3488736"/>
                <a:ext cx="5026376" cy="1271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type m:val="noBar"/>
                          <m:ctrlP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소</m:t>
                          </m:r>
                          <m:r>
                            <a:rPr lang="ko-KR" altLang="en-US" sz="2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거</m:t>
                          </m:r>
                        </m:den>
                      </m:f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D4DF5C62-0773-4EB2-88EE-8DCDAFACD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" y="3488736"/>
                <a:ext cx="5026376" cy="1271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3F6C7A6-CDFC-4E4E-942E-7CBD310DB896}"/>
              </a:ext>
            </a:extLst>
          </p:cNvPr>
          <p:cNvSpPr/>
          <p:nvPr/>
        </p:nvSpPr>
        <p:spPr>
          <a:xfrm>
            <a:off x="6286948" y="2157731"/>
            <a:ext cx="5114925" cy="3662044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3FE69CAC-F437-4D7E-B983-0703C41EFE2B}"/>
              </a:ext>
            </a:extLst>
          </p:cNvPr>
          <p:cNvSpPr txBox="1">
            <a:spLocks/>
          </p:cNvSpPr>
          <p:nvPr/>
        </p:nvSpPr>
        <p:spPr>
          <a:xfrm>
            <a:off x="6488846" y="2541626"/>
            <a:ext cx="1648152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이차 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E82C1-ED17-45C3-B7C8-73383CC0B29A}"/>
                  </a:ext>
                </a:extLst>
              </p:cNvPr>
              <p:cNvSpPr txBox="1"/>
              <p:nvPr/>
            </p:nvSpPr>
            <p:spPr>
              <a:xfrm>
                <a:off x="6666659" y="2980403"/>
                <a:ext cx="237026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E82C1-ED17-45C3-B7C8-73383CC0B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659" y="2980403"/>
                <a:ext cx="237026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ED7F14-C5CF-450D-934F-D20739F023D2}"/>
                  </a:ext>
                </a:extLst>
              </p:cNvPr>
              <p:cNvSpPr txBox="1"/>
              <p:nvPr/>
            </p:nvSpPr>
            <p:spPr>
              <a:xfrm>
                <a:off x="6666659" y="3724831"/>
                <a:ext cx="247760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ED7F14-C5CF-450D-934F-D20739F02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659" y="3724831"/>
                <a:ext cx="247760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C2B8C7-A484-4B31-999B-8E59E141DC55}"/>
                  </a:ext>
                </a:extLst>
              </p:cNvPr>
              <p:cNvSpPr txBox="1"/>
              <p:nvPr/>
            </p:nvSpPr>
            <p:spPr>
              <a:xfrm>
                <a:off x="6666659" y="4471853"/>
                <a:ext cx="280448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C2B8C7-A484-4B31-999B-8E59E141D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659" y="4471853"/>
                <a:ext cx="280448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72ACEDC-FAFF-45D4-B838-28FA77C7FA55}"/>
              </a:ext>
            </a:extLst>
          </p:cNvPr>
          <p:cNvSpPr txBox="1"/>
          <p:nvPr/>
        </p:nvSpPr>
        <p:spPr>
          <a:xfrm>
            <a:off x="9504463" y="3161413"/>
            <a:ext cx="1748118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7CB96-855E-44BE-B6F6-04123E22977C}"/>
              </a:ext>
            </a:extLst>
          </p:cNvPr>
          <p:cNvSpPr txBox="1"/>
          <p:nvPr/>
        </p:nvSpPr>
        <p:spPr>
          <a:xfrm>
            <a:off x="9504463" y="3905841"/>
            <a:ext cx="1748118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표준형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FFE29-6162-4F7F-B79A-6F3D676E0CB9}"/>
              </a:ext>
            </a:extLst>
          </p:cNvPr>
          <p:cNvSpPr txBox="1"/>
          <p:nvPr/>
        </p:nvSpPr>
        <p:spPr>
          <a:xfrm>
            <a:off x="9504463" y="4650269"/>
            <a:ext cx="1748118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인수분해형</a:t>
            </a:r>
          </a:p>
        </p:txBody>
      </p:sp>
    </p:spTree>
    <p:extLst>
      <p:ext uri="{BB962C8B-B14F-4D97-AF65-F5344CB8AC3E}">
        <p14:creationId xmlns:p14="http://schemas.microsoft.com/office/powerpoint/2010/main" val="2371564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9BBB1-BF14-4E1A-BD96-E76EC4C3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비스듬히 위로 던진 물체의 운동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BE66B9F-EC01-46DE-86CA-D64ED1E05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7225" y="2763603"/>
            <a:ext cx="6327236" cy="2997820"/>
          </a:xfrm>
          <a:prstGeom prst="rect">
            <a:avLst/>
          </a:prstGeom>
        </p:spPr>
      </p:pic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17006ECA-87D9-451C-A03A-D0B4ACEF37AD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3700790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비스듬히 던진 운동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2300BC-E959-42E3-85E6-597CFDB065F2}"/>
              </a:ext>
            </a:extLst>
          </p:cNvPr>
          <p:cNvSpPr/>
          <p:nvPr/>
        </p:nvSpPr>
        <p:spPr>
          <a:xfrm>
            <a:off x="7210425" y="2157731"/>
            <a:ext cx="4219574" cy="3662044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47AD01-D3A4-410B-9943-325110A264CC}"/>
                  </a:ext>
                </a:extLst>
              </p:cNvPr>
              <p:cNvSpPr txBox="1"/>
              <p:nvPr/>
            </p:nvSpPr>
            <p:spPr>
              <a:xfrm>
                <a:off x="7439025" y="2343982"/>
                <a:ext cx="3767239" cy="293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ko-KR" sz="24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4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̂"/>
                          <m:ctrlP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eqArr>
                        <m:eqArrPr>
                          <m:ctrlP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ko-KR" sz="2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eqArr>
                    </m:oMath>
                  </m:oMathPara>
                </a14:m>
                <a:endParaRPr lang="en-US" altLang="ko-KR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47AD01-D3A4-410B-9943-325110A26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025" y="2343982"/>
                <a:ext cx="3767239" cy="2938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478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9BBB1-BF14-4E1A-BD96-E76EC4C3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비스듬히 위로 던진 물체의 운동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17006ECA-87D9-451C-A03A-D0B4ACEF37AD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2951760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포물선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이차 함수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2300BC-E959-42E3-85E6-597CFDB065F2}"/>
              </a:ext>
            </a:extLst>
          </p:cNvPr>
          <p:cNvSpPr/>
          <p:nvPr/>
        </p:nvSpPr>
        <p:spPr>
          <a:xfrm>
            <a:off x="5836596" y="2157731"/>
            <a:ext cx="5593403" cy="3662044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10DBB1D-C7CF-40A8-9667-8CFF4E540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472" y="2314133"/>
                <a:ext cx="4991815" cy="3326616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b="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400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func>
                            <m:funcPr>
                              <m:ctrlP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ko-KR" sz="24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sSup>
                        <m:sSupPr>
                          <m:ctrlP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func>
                                <m:funcPr>
                                  <m:ctrlP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dirty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2400" i="1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10DBB1D-C7CF-40A8-9667-8CFF4E540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472" y="2314133"/>
                <a:ext cx="4991815" cy="33266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D13E47-1826-45EE-8216-60D296CA4395}"/>
                  </a:ext>
                </a:extLst>
              </p:cNvPr>
              <p:cNvSpPr txBox="1"/>
              <p:nvPr/>
            </p:nvSpPr>
            <p:spPr>
              <a:xfrm>
                <a:off x="7561604" y="2702641"/>
                <a:ext cx="3450753" cy="843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400" b="0" i="0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altLang="ko-KR" sz="2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D13E47-1826-45EE-8216-60D296CA4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604" y="2702641"/>
                <a:ext cx="3450753" cy="8431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5AF799-D6D4-4A99-9DE4-EE3709E0C03B}"/>
              </a:ext>
            </a:extLst>
          </p:cNvPr>
          <p:cNvSpPr txBox="1"/>
          <p:nvPr/>
        </p:nvSpPr>
        <p:spPr>
          <a:xfrm>
            <a:off x="6275999" y="2872720"/>
            <a:ext cx="1104523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꼭지점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54BDBD-911D-4ADB-88AB-7CB50BB48490}"/>
              </a:ext>
            </a:extLst>
          </p:cNvPr>
          <p:cNvSpPr txBox="1"/>
          <p:nvPr/>
        </p:nvSpPr>
        <p:spPr>
          <a:xfrm>
            <a:off x="6275999" y="4390022"/>
            <a:ext cx="1104523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A965EA-3B5F-4200-908F-63B054BC7F55}"/>
                  </a:ext>
                </a:extLst>
              </p:cNvPr>
              <p:cNvSpPr txBox="1"/>
              <p:nvPr/>
            </p:nvSpPr>
            <p:spPr>
              <a:xfrm>
                <a:off x="7561604" y="4219943"/>
                <a:ext cx="3436454" cy="811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=0 ,   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A965EA-3B5F-4200-908F-63B054BC7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604" y="4219943"/>
                <a:ext cx="3436454" cy="8116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931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D2D6C32D-5229-40CF-8C0A-5A9DB6FE68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014710"/>
                  </p:ext>
                </p:extLst>
              </p:nvPr>
            </p:nvGraphicFramePr>
            <p:xfrm>
              <a:off x="701812" y="2589182"/>
              <a:ext cx="5939391" cy="349018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696683">
                      <a:extLst>
                        <a:ext uri="{9D8B030D-6E8A-4147-A177-3AD203B41FA5}">
                          <a16:colId xmlns:a16="http://schemas.microsoft.com/office/drawing/2014/main" val="2565047332"/>
                        </a:ext>
                      </a:extLst>
                    </a:gridCol>
                    <a:gridCol w="3242708">
                      <a:extLst>
                        <a:ext uri="{9D8B030D-6E8A-4147-A177-3AD203B41FA5}">
                          <a16:colId xmlns:a16="http://schemas.microsoft.com/office/drawing/2014/main" val="2803495755"/>
                        </a:ext>
                      </a:extLst>
                    </a:gridCol>
                  </a:tblGrid>
                  <a:tr h="11633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400" dirty="0"/>
                            <a:t>최고점 </a:t>
                          </a:r>
                          <a:r>
                            <a:rPr lang="en-US" altLang="ko-KR" sz="2400" dirty="0"/>
                            <a:t>H</a:t>
                          </a:r>
                          <a:endParaRPr lang="en-US" altLang="ko-KR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400" dirty="0"/>
                            <a:t>수평 최대</a:t>
                          </a:r>
                          <a:r>
                            <a:rPr lang="en-US" altLang="ko-KR" sz="2400" dirty="0"/>
                            <a:t> </a:t>
                          </a:r>
                          <a:r>
                            <a:rPr lang="ko-KR" altLang="en-US" sz="2400" dirty="0"/>
                            <a:t>도달 거리 </a:t>
                          </a:r>
                          <a:r>
                            <a:rPr lang="en-US" altLang="ko-KR" sz="2400" dirty="0"/>
                            <a:t>R</a:t>
                          </a:r>
                          <a:endParaRPr lang="en-US" altLang="ko-KR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3461605"/>
                      </a:ext>
                    </a:extLst>
                  </a:tr>
                  <a:tr h="11633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40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altLang="ko-KR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func>
                                      <m:func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ko-K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40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4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ko-KR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sz="2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40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ko-KR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ko-K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func>
                                      <m:funcPr>
                                        <m:ctrlPr>
                                          <a:rPr lang="en-US" altLang="ko-K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ko-KR" sz="240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3647458"/>
                      </a:ext>
                    </a:extLst>
                  </a:tr>
                  <a:tr h="116339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40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 lang="en-US" altLang="ko-KR" sz="2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unc>
                                      <m:func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altLang="ko-KR" sz="24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ko-KR" sz="2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40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a:rPr lang="en-US" altLang="ko-KR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altLang="ko-K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unc>
                                      <m:funcPr>
                                        <m:ctrlPr>
                                          <a:rPr lang="en-US" altLang="ko-K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altLang="ko-KR" sz="240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ko-KR" sz="240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02852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D2D6C32D-5229-40CF-8C0A-5A9DB6FE68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014710"/>
                  </p:ext>
                </p:extLst>
              </p:nvPr>
            </p:nvGraphicFramePr>
            <p:xfrm>
              <a:off x="701812" y="2589182"/>
              <a:ext cx="5939391" cy="349018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696683">
                      <a:extLst>
                        <a:ext uri="{9D8B030D-6E8A-4147-A177-3AD203B41FA5}">
                          <a16:colId xmlns:a16="http://schemas.microsoft.com/office/drawing/2014/main" val="2565047332"/>
                        </a:ext>
                      </a:extLst>
                    </a:gridCol>
                    <a:gridCol w="3242708">
                      <a:extLst>
                        <a:ext uri="{9D8B030D-6E8A-4147-A177-3AD203B41FA5}">
                          <a16:colId xmlns:a16="http://schemas.microsoft.com/office/drawing/2014/main" val="2803495755"/>
                        </a:ext>
                      </a:extLst>
                    </a:gridCol>
                  </a:tblGrid>
                  <a:tr h="11633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400" dirty="0"/>
                            <a:t>최고점 </a:t>
                          </a:r>
                          <a:r>
                            <a:rPr lang="en-US" altLang="ko-KR" sz="2400" dirty="0"/>
                            <a:t>H</a:t>
                          </a:r>
                          <a:endParaRPr lang="en-US" altLang="ko-KR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400" dirty="0"/>
                            <a:t>수평 최대</a:t>
                          </a:r>
                          <a:r>
                            <a:rPr lang="en-US" altLang="ko-KR" sz="2400" dirty="0"/>
                            <a:t> </a:t>
                          </a:r>
                          <a:r>
                            <a:rPr lang="ko-KR" altLang="en-US" sz="2400" dirty="0"/>
                            <a:t>도달 거리 </a:t>
                          </a:r>
                          <a:r>
                            <a:rPr lang="en-US" altLang="ko-KR" sz="2400" dirty="0"/>
                            <a:t>R</a:t>
                          </a:r>
                          <a:endParaRPr lang="en-US" altLang="ko-KR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3461605"/>
                      </a:ext>
                    </a:extLst>
                  </a:tr>
                  <a:tr h="116339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6" t="-100000" r="-120993" b="-100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3459" t="-100000" r="-752" b="-100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647458"/>
                      </a:ext>
                    </a:extLst>
                  </a:tr>
                  <a:tr h="116339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6" t="-201047" r="-120993" b="-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3459" t="-201047" r="-752" b="-1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2852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54D0CEA-F055-49B0-AC11-B4C4622CC0F0}"/>
              </a:ext>
            </a:extLst>
          </p:cNvPr>
          <p:cNvSpPr/>
          <p:nvPr/>
        </p:nvSpPr>
        <p:spPr>
          <a:xfrm>
            <a:off x="7137436" y="4623564"/>
            <a:ext cx="4201006" cy="8385"/>
          </a:xfrm>
          <a:custGeom>
            <a:avLst/>
            <a:gdLst>
              <a:gd name="connsiteX0" fmla="*/ 4717 w 4201006"/>
              <a:gd name="connsiteY0" fmla="*/ 4717 h 8385"/>
              <a:gd name="connsiteX1" fmla="*/ 4197338 w 4201006"/>
              <a:gd name="connsiteY1" fmla="*/ 4717 h 8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01006" h="8385">
                <a:moveTo>
                  <a:pt x="4717" y="4717"/>
                </a:moveTo>
                <a:lnTo>
                  <a:pt x="4197338" y="4717"/>
                </a:lnTo>
              </a:path>
            </a:pathLst>
          </a:custGeom>
          <a:noFill/>
          <a:ln w="12700" cap="flat">
            <a:solidFill>
              <a:schemeClr val="bg1">
                <a:lumMod val="75000"/>
                <a:alpha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336DDED-1584-4282-87B7-B8D534E74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500063"/>
            <a:ext cx="10772775" cy="1657350"/>
          </a:xfrm>
        </p:spPr>
        <p:txBody>
          <a:bodyPr/>
          <a:lstStyle/>
          <a:p>
            <a:r>
              <a:rPr lang="ko-KR" altLang="en-US" dirty="0"/>
              <a:t>비스듬히 위로 던진 물체의 운동</a:t>
            </a:r>
          </a:p>
        </p:txBody>
      </p:sp>
      <p:sp>
        <p:nvSpPr>
          <p:cNvPr id="5" name="내용 개체 틀 9">
            <a:extLst>
              <a:ext uri="{FF2B5EF4-FFF2-40B4-BE49-F238E27FC236}">
                <a16:creationId xmlns:a16="http://schemas.microsoft.com/office/drawing/2014/main" id="{AAAA9D51-EF22-4155-A794-8D0ACFD5625A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2951760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과 </a:t>
            </a:r>
            <a:r>
              <a:rPr lang="en-US" altLang="ko-KR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endParaRPr lang="ko-KR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C55F48C8-848E-4D3E-A0C5-82468EC0F870}"/>
              </a:ext>
            </a:extLst>
          </p:cNvPr>
          <p:cNvSpPr/>
          <p:nvPr/>
        </p:nvSpPr>
        <p:spPr>
          <a:xfrm>
            <a:off x="7617293" y="2048100"/>
            <a:ext cx="8385" cy="4201006"/>
          </a:xfrm>
          <a:custGeom>
            <a:avLst/>
            <a:gdLst>
              <a:gd name="connsiteX0" fmla="*/ 4717 w 8385"/>
              <a:gd name="connsiteY0" fmla="*/ 4717 h 4201006"/>
              <a:gd name="connsiteX1" fmla="*/ 4717 w 8385"/>
              <a:gd name="connsiteY1" fmla="*/ 4197338 h 4201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85" h="4201006">
                <a:moveTo>
                  <a:pt x="4717" y="4717"/>
                </a:moveTo>
                <a:lnTo>
                  <a:pt x="4717" y="4197338"/>
                </a:lnTo>
              </a:path>
            </a:pathLst>
          </a:custGeom>
          <a:noFill/>
          <a:ln w="12700" cap="flat">
            <a:solidFill>
              <a:schemeClr val="bg1">
                <a:lumMod val="75000"/>
                <a:alpha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58E25DE-128F-470D-BB2C-EE2D28813F62}"/>
              </a:ext>
            </a:extLst>
          </p:cNvPr>
          <p:cNvSpPr/>
          <p:nvPr/>
        </p:nvSpPr>
        <p:spPr>
          <a:xfrm>
            <a:off x="7137436" y="2233770"/>
            <a:ext cx="8385" cy="8385"/>
          </a:xfrm>
          <a:custGeom>
            <a:avLst/>
            <a:gdLst/>
            <a:ahLst/>
            <a:cxnLst/>
            <a:rect l="l" t="t" r="r" b="b"/>
            <a:pathLst>
              <a:path w="8385" h="8385"/>
            </a:pathLst>
          </a:custGeom>
          <a:noFill/>
          <a:ln w="28576" cap="flat">
            <a:solidFill>
              <a:srgbClr val="000000">
                <a:alpha val="9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276B0B57-A512-44E5-92ED-9621B59AEAF3}"/>
              </a:ext>
            </a:extLst>
          </p:cNvPr>
          <p:cNvSpPr/>
          <p:nvPr/>
        </p:nvSpPr>
        <p:spPr>
          <a:xfrm>
            <a:off x="7139009" y="2235343"/>
            <a:ext cx="6289" cy="6289"/>
          </a:xfrm>
          <a:custGeom>
            <a:avLst/>
            <a:gdLst/>
            <a:ahLst/>
            <a:cxnLst/>
            <a:rect l="l" t="t" r="r" b="b"/>
            <a:pathLst>
              <a:path w="6288" h="6288"/>
            </a:pathLst>
          </a:custGeom>
          <a:solidFill>
            <a:srgbClr val="000000">
              <a:alpha val="40000"/>
            </a:srgbClr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7E7EE25-E43E-4041-A801-2DA6873D3A04}"/>
              </a:ext>
            </a:extLst>
          </p:cNvPr>
          <p:cNvSpPr/>
          <p:nvPr/>
        </p:nvSpPr>
        <p:spPr>
          <a:xfrm>
            <a:off x="7113198" y="3474109"/>
            <a:ext cx="3855115" cy="2997724"/>
          </a:xfrm>
          <a:custGeom>
            <a:avLst/>
            <a:gdLst>
              <a:gd name="connsiteX0" fmla="*/ 12578 w 3855115"/>
              <a:gd name="connsiteY0" fmla="*/ 1921772 h 2997724"/>
              <a:gd name="connsiteX1" fmla="*/ 12578 w 3855115"/>
              <a:gd name="connsiteY1" fmla="*/ 1921772 h 2997724"/>
              <a:gd name="connsiteX2" fmla="*/ 81158 w 3855115"/>
              <a:gd name="connsiteY2" fmla="*/ 1771133 h 2997724"/>
              <a:gd name="connsiteX3" fmla="*/ 148715 w 3855115"/>
              <a:gd name="connsiteY3" fmla="*/ 1628792 h 2997724"/>
              <a:gd name="connsiteX4" fmla="*/ 216272 w 3855115"/>
              <a:gd name="connsiteY4" fmla="*/ 1492456 h 2997724"/>
              <a:gd name="connsiteX5" fmla="*/ 282805 w 3855115"/>
              <a:gd name="connsiteY5" fmla="*/ 1364054 h 2997724"/>
              <a:gd name="connsiteX6" fmla="*/ 349339 w 3855115"/>
              <a:gd name="connsiteY6" fmla="*/ 1241475 h 2997724"/>
              <a:gd name="connsiteX7" fmla="*/ 414848 w 3855115"/>
              <a:gd name="connsiteY7" fmla="*/ 1126473 h 2997724"/>
              <a:gd name="connsiteX8" fmla="*/ 480358 w 3855115"/>
              <a:gd name="connsiteY8" fmla="*/ 1017116 h 2997724"/>
              <a:gd name="connsiteX9" fmla="*/ 545868 w 3855115"/>
              <a:gd name="connsiteY9" fmla="*/ 913406 h 2997724"/>
              <a:gd name="connsiteX10" fmla="*/ 610354 w 3855115"/>
              <a:gd name="connsiteY10" fmla="*/ 816830 h 2997724"/>
              <a:gd name="connsiteX11" fmla="*/ 674840 w 3855115"/>
              <a:gd name="connsiteY11" fmla="*/ 725725 h 2997724"/>
              <a:gd name="connsiteX12" fmla="*/ 739326 w 3855115"/>
              <a:gd name="connsiteY12" fmla="*/ 640091 h 2997724"/>
              <a:gd name="connsiteX13" fmla="*/ 802789 w 3855115"/>
              <a:gd name="connsiteY13" fmla="*/ 561158 h 2997724"/>
              <a:gd name="connsiteX14" fmla="*/ 864204 w 3855115"/>
              <a:gd name="connsiteY14" fmla="*/ 489815 h 2997724"/>
              <a:gd name="connsiteX15" fmla="*/ 923572 w 3855115"/>
              <a:gd name="connsiteY15" fmla="*/ 425568 h 2997724"/>
              <a:gd name="connsiteX16" fmla="*/ 980893 w 3855115"/>
              <a:gd name="connsiteY16" fmla="*/ 367936 h 2997724"/>
              <a:gd name="connsiteX17" fmla="*/ 1037191 w 3855115"/>
              <a:gd name="connsiteY17" fmla="*/ 315541 h 2997724"/>
              <a:gd name="connsiteX18" fmla="*/ 1092464 w 3855115"/>
              <a:gd name="connsiteY18" fmla="*/ 268155 h 2997724"/>
              <a:gd name="connsiteX19" fmla="*/ 1145691 w 3855115"/>
              <a:gd name="connsiteY19" fmla="*/ 226323 h 2997724"/>
              <a:gd name="connsiteX20" fmla="*/ 1197894 w 3855115"/>
              <a:gd name="connsiteY20" fmla="*/ 188915 h 2997724"/>
              <a:gd name="connsiteX21" fmla="*/ 1249074 w 3855115"/>
              <a:gd name="connsiteY21" fmla="*/ 155722 h 2997724"/>
              <a:gd name="connsiteX22" fmla="*/ 1299229 w 3855115"/>
              <a:gd name="connsiteY22" fmla="*/ 126536 h 2997724"/>
              <a:gd name="connsiteX23" fmla="*/ 1348362 w 3855115"/>
              <a:gd name="connsiteY23" fmla="*/ 101155 h 2997724"/>
              <a:gd name="connsiteX24" fmla="*/ 1396470 w 3855115"/>
              <a:gd name="connsiteY24" fmla="*/ 79379 h 2997724"/>
              <a:gd name="connsiteX25" fmla="*/ 1444579 w 3855115"/>
              <a:gd name="connsiteY25" fmla="*/ 60648 h 2997724"/>
              <a:gd name="connsiteX26" fmla="*/ 1491664 w 3855115"/>
              <a:gd name="connsiteY26" fmla="*/ 45265 h 2997724"/>
              <a:gd name="connsiteX27" fmla="*/ 1538749 w 3855115"/>
              <a:gd name="connsiteY27" fmla="*/ 32798 h 2997724"/>
              <a:gd name="connsiteX28" fmla="*/ 1584811 w 3855115"/>
              <a:gd name="connsiteY28" fmla="*/ 23424 h 2997724"/>
              <a:gd name="connsiteX29" fmla="*/ 1630872 w 3855115"/>
              <a:gd name="connsiteY29" fmla="*/ 16842 h 2997724"/>
              <a:gd name="connsiteX30" fmla="*/ 1676934 w 3855115"/>
              <a:gd name="connsiteY30" fmla="*/ 13051 h 2997724"/>
              <a:gd name="connsiteX31" fmla="*/ 1745514 w 3855115"/>
              <a:gd name="connsiteY31" fmla="*/ 12578 h 2997724"/>
              <a:gd name="connsiteX32" fmla="*/ 1791576 w 3855115"/>
              <a:gd name="connsiteY32" fmla="*/ 15734 h 2997724"/>
              <a:gd name="connsiteX33" fmla="*/ 1837637 w 3855115"/>
              <a:gd name="connsiteY33" fmla="*/ 21681 h 2997724"/>
              <a:gd name="connsiteX34" fmla="*/ 1883699 w 3855115"/>
              <a:gd name="connsiteY34" fmla="*/ 30420 h 2997724"/>
              <a:gd name="connsiteX35" fmla="*/ 1929760 w 3855115"/>
              <a:gd name="connsiteY35" fmla="*/ 41950 h 2997724"/>
              <a:gd name="connsiteX36" fmla="*/ 1975822 w 3855115"/>
              <a:gd name="connsiteY36" fmla="*/ 56271 h 2997724"/>
              <a:gd name="connsiteX37" fmla="*/ 2022907 w 3855115"/>
              <a:gd name="connsiteY37" fmla="*/ 73795 h 2997724"/>
              <a:gd name="connsiteX38" fmla="*/ 2069992 w 3855115"/>
              <a:gd name="connsiteY38" fmla="*/ 94236 h 2997724"/>
              <a:gd name="connsiteX39" fmla="*/ 2118101 w 3855115"/>
              <a:gd name="connsiteY39" fmla="*/ 118134 h 2997724"/>
              <a:gd name="connsiteX40" fmla="*/ 2167233 w 3855115"/>
              <a:gd name="connsiteY40" fmla="*/ 145683 h 2997724"/>
              <a:gd name="connsiteX41" fmla="*/ 2217389 w 3855115"/>
              <a:gd name="connsiteY41" fmla="*/ 177082 h 2997724"/>
              <a:gd name="connsiteX42" fmla="*/ 2268568 w 3855115"/>
              <a:gd name="connsiteY42" fmla="*/ 212533 h 2997724"/>
              <a:gd name="connsiteX43" fmla="*/ 2320771 w 3855115"/>
              <a:gd name="connsiteY43" fmla="*/ 252244 h 2997724"/>
              <a:gd name="connsiteX44" fmla="*/ 2373998 w 3855115"/>
              <a:gd name="connsiteY44" fmla="*/ 296424 h 2997724"/>
              <a:gd name="connsiteX45" fmla="*/ 2428248 w 3855115"/>
              <a:gd name="connsiteY45" fmla="*/ 345289 h 2997724"/>
              <a:gd name="connsiteX46" fmla="*/ 2483522 w 3855115"/>
              <a:gd name="connsiteY46" fmla="*/ 399059 h 2997724"/>
              <a:gd name="connsiteX47" fmla="*/ 2540843 w 3855115"/>
              <a:gd name="connsiteY47" fmla="*/ 459065 h 2997724"/>
              <a:gd name="connsiteX48" fmla="*/ 2599188 w 3855115"/>
              <a:gd name="connsiteY48" fmla="*/ 524582 h 2997724"/>
              <a:gd name="connsiteX49" fmla="*/ 2659579 w 3855115"/>
              <a:gd name="connsiteY49" fmla="*/ 597115 h 2997724"/>
              <a:gd name="connsiteX50" fmla="*/ 2722018 w 3855115"/>
              <a:gd name="connsiteY50" fmla="*/ 677152 h 2997724"/>
              <a:gd name="connsiteX51" fmla="*/ 2786504 w 3855115"/>
              <a:gd name="connsiteY51" fmla="*/ 765197 h 2997724"/>
              <a:gd name="connsiteX52" fmla="*/ 2850991 w 3855115"/>
              <a:gd name="connsiteY52" fmla="*/ 858713 h 2997724"/>
              <a:gd name="connsiteX53" fmla="*/ 2915477 w 3855115"/>
              <a:gd name="connsiteY53" fmla="*/ 957699 h 2997724"/>
              <a:gd name="connsiteX54" fmla="*/ 2979963 w 3855115"/>
              <a:gd name="connsiteY54" fmla="*/ 1062157 h 2997724"/>
              <a:gd name="connsiteX55" fmla="*/ 3045473 w 3855115"/>
              <a:gd name="connsiteY55" fmla="*/ 1173874 h 2997724"/>
              <a:gd name="connsiteX56" fmla="*/ 3110982 w 3855115"/>
              <a:gd name="connsiteY56" fmla="*/ 1291237 h 2997724"/>
              <a:gd name="connsiteX57" fmla="*/ 3177516 w 3855115"/>
              <a:gd name="connsiteY57" fmla="*/ 1416213 h 2997724"/>
              <a:gd name="connsiteX58" fmla="*/ 3244049 w 3855115"/>
              <a:gd name="connsiteY58" fmla="*/ 1547013 h 2997724"/>
              <a:gd name="connsiteX59" fmla="*/ 3311606 w 3855115"/>
              <a:gd name="connsiteY59" fmla="*/ 1685784 h 2997724"/>
              <a:gd name="connsiteX60" fmla="*/ 3379163 w 3855115"/>
              <a:gd name="connsiteY60" fmla="*/ 1830559 h 2997724"/>
              <a:gd name="connsiteX61" fmla="*/ 3447743 w 3855115"/>
              <a:gd name="connsiteY61" fmla="*/ 1983670 h 2997724"/>
              <a:gd name="connsiteX62" fmla="*/ 3516324 w 3855115"/>
              <a:gd name="connsiteY62" fmla="*/ 2142968 h 2997724"/>
              <a:gd name="connsiteX63" fmla="*/ 3585928 w 3855115"/>
              <a:gd name="connsiteY63" fmla="*/ 2310970 h 2997724"/>
              <a:gd name="connsiteX64" fmla="*/ 3656555 w 3855115"/>
              <a:gd name="connsiteY64" fmla="*/ 2487959 h 2997724"/>
              <a:gd name="connsiteX65" fmla="*/ 3727183 w 3855115"/>
              <a:gd name="connsiteY65" fmla="*/ 2671509 h 2997724"/>
              <a:gd name="connsiteX66" fmla="*/ 3798834 w 3855115"/>
              <a:gd name="connsiteY66" fmla="*/ 2864426 h 2997724"/>
              <a:gd name="connsiteX67" fmla="*/ 3842575 w 3855115"/>
              <a:gd name="connsiteY67" fmla="*/ 2986347 h 299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855115" h="2997724">
                <a:moveTo>
                  <a:pt x="12578" y="1921772"/>
                </a:moveTo>
                <a:lnTo>
                  <a:pt x="12578" y="1921772"/>
                </a:lnTo>
                <a:lnTo>
                  <a:pt x="81158" y="1771133"/>
                </a:lnTo>
                <a:lnTo>
                  <a:pt x="148715" y="1628792"/>
                </a:lnTo>
                <a:lnTo>
                  <a:pt x="216272" y="1492456"/>
                </a:lnTo>
                <a:lnTo>
                  <a:pt x="282805" y="1364054"/>
                </a:lnTo>
                <a:lnTo>
                  <a:pt x="349339" y="1241475"/>
                </a:lnTo>
                <a:lnTo>
                  <a:pt x="414848" y="1126473"/>
                </a:lnTo>
                <a:lnTo>
                  <a:pt x="480358" y="1017116"/>
                </a:lnTo>
                <a:lnTo>
                  <a:pt x="545868" y="913406"/>
                </a:lnTo>
                <a:lnTo>
                  <a:pt x="610354" y="816830"/>
                </a:lnTo>
                <a:lnTo>
                  <a:pt x="674840" y="725725"/>
                </a:lnTo>
                <a:lnTo>
                  <a:pt x="739326" y="640091"/>
                </a:lnTo>
                <a:lnTo>
                  <a:pt x="802789" y="561158"/>
                </a:lnTo>
                <a:lnTo>
                  <a:pt x="864204" y="489815"/>
                </a:lnTo>
                <a:lnTo>
                  <a:pt x="923572" y="425568"/>
                </a:lnTo>
                <a:lnTo>
                  <a:pt x="980893" y="367936"/>
                </a:lnTo>
                <a:lnTo>
                  <a:pt x="1037191" y="315541"/>
                </a:lnTo>
                <a:lnTo>
                  <a:pt x="1092464" y="268155"/>
                </a:lnTo>
                <a:lnTo>
                  <a:pt x="1145691" y="226323"/>
                </a:lnTo>
                <a:lnTo>
                  <a:pt x="1197894" y="188915"/>
                </a:lnTo>
                <a:lnTo>
                  <a:pt x="1249074" y="155722"/>
                </a:lnTo>
                <a:lnTo>
                  <a:pt x="1299229" y="126536"/>
                </a:lnTo>
                <a:lnTo>
                  <a:pt x="1348362" y="101155"/>
                </a:lnTo>
                <a:lnTo>
                  <a:pt x="1396470" y="79379"/>
                </a:lnTo>
                <a:lnTo>
                  <a:pt x="1444579" y="60648"/>
                </a:lnTo>
                <a:lnTo>
                  <a:pt x="1491664" y="45265"/>
                </a:lnTo>
                <a:lnTo>
                  <a:pt x="1538749" y="32798"/>
                </a:lnTo>
                <a:lnTo>
                  <a:pt x="1584811" y="23424"/>
                </a:lnTo>
                <a:lnTo>
                  <a:pt x="1630872" y="16842"/>
                </a:lnTo>
                <a:lnTo>
                  <a:pt x="1676934" y="13051"/>
                </a:lnTo>
                <a:lnTo>
                  <a:pt x="1745514" y="12578"/>
                </a:lnTo>
                <a:lnTo>
                  <a:pt x="1791576" y="15734"/>
                </a:lnTo>
                <a:lnTo>
                  <a:pt x="1837637" y="21681"/>
                </a:lnTo>
                <a:lnTo>
                  <a:pt x="1883699" y="30420"/>
                </a:lnTo>
                <a:lnTo>
                  <a:pt x="1929760" y="41950"/>
                </a:lnTo>
                <a:lnTo>
                  <a:pt x="1975822" y="56271"/>
                </a:lnTo>
                <a:lnTo>
                  <a:pt x="2022907" y="73795"/>
                </a:lnTo>
                <a:lnTo>
                  <a:pt x="2069992" y="94236"/>
                </a:lnTo>
                <a:lnTo>
                  <a:pt x="2118101" y="118134"/>
                </a:lnTo>
                <a:lnTo>
                  <a:pt x="2167233" y="145683"/>
                </a:lnTo>
                <a:lnTo>
                  <a:pt x="2217389" y="177082"/>
                </a:lnTo>
                <a:lnTo>
                  <a:pt x="2268568" y="212533"/>
                </a:lnTo>
                <a:lnTo>
                  <a:pt x="2320771" y="252244"/>
                </a:lnTo>
                <a:lnTo>
                  <a:pt x="2373998" y="296424"/>
                </a:lnTo>
                <a:lnTo>
                  <a:pt x="2428248" y="345289"/>
                </a:lnTo>
                <a:lnTo>
                  <a:pt x="2483522" y="399059"/>
                </a:lnTo>
                <a:lnTo>
                  <a:pt x="2540843" y="459065"/>
                </a:lnTo>
                <a:lnTo>
                  <a:pt x="2599188" y="524582"/>
                </a:lnTo>
                <a:lnTo>
                  <a:pt x="2659579" y="597115"/>
                </a:lnTo>
                <a:lnTo>
                  <a:pt x="2722018" y="677152"/>
                </a:lnTo>
                <a:lnTo>
                  <a:pt x="2786504" y="765197"/>
                </a:lnTo>
                <a:lnTo>
                  <a:pt x="2850991" y="858713"/>
                </a:lnTo>
                <a:lnTo>
                  <a:pt x="2915477" y="957699"/>
                </a:lnTo>
                <a:lnTo>
                  <a:pt x="2979963" y="1062157"/>
                </a:lnTo>
                <a:lnTo>
                  <a:pt x="3045473" y="1173874"/>
                </a:lnTo>
                <a:lnTo>
                  <a:pt x="3110982" y="1291237"/>
                </a:lnTo>
                <a:lnTo>
                  <a:pt x="3177516" y="1416213"/>
                </a:lnTo>
                <a:lnTo>
                  <a:pt x="3244049" y="1547013"/>
                </a:lnTo>
                <a:lnTo>
                  <a:pt x="3311606" y="1685784"/>
                </a:lnTo>
                <a:lnTo>
                  <a:pt x="3379163" y="1830559"/>
                </a:lnTo>
                <a:lnTo>
                  <a:pt x="3447743" y="1983670"/>
                </a:lnTo>
                <a:lnTo>
                  <a:pt x="3516324" y="2142968"/>
                </a:lnTo>
                <a:lnTo>
                  <a:pt x="3585928" y="2310970"/>
                </a:lnTo>
                <a:lnTo>
                  <a:pt x="3656555" y="2487959"/>
                </a:lnTo>
                <a:lnTo>
                  <a:pt x="3727183" y="2671509"/>
                </a:lnTo>
                <a:lnTo>
                  <a:pt x="3798834" y="2864426"/>
                </a:lnTo>
                <a:lnTo>
                  <a:pt x="3842575" y="2986347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06207C1-6565-4D03-BDAF-8545F6A913F3}"/>
              </a:ext>
            </a:extLst>
          </p:cNvPr>
          <p:cNvSpPr/>
          <p:nvPr/>
        </p:nvSpPr>
        <p:spPr>
          <a:xfrm>
            <a:off x="7139009" y="2235343"/>
            <a:ext cx="6289" cy="6289"/>
          </a:xfrm>
          <a:custGeom>
            <a:avLst/>
            <a:gdLst/>
            <a:ahLst/>
            <a:cxnLst/>
            <a:rect l="l" t="t" r="r" b="b"/>
            <a:pathLst>
              <a:path w="6288" h="6288"/>
            </a:pathLst>
          </a:custGeom>
          <a:solidFill>
            <a:srgbClr val="000000">
              <a:alpha val="40000"/>
            </a:srgbClr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9AB01582-2C73-40F0-A5FA-FFEF36254D8B}"/>
              </a:ext>
            </a:extLst>
          </p:cNvPr>
          <p:cNvSpPr/>
          <p:nvPr/>
        </p:nvSpPr>
        <p:spPr>
          <a:xfrm>
            <a:off x="7500540" y="4613715"/>
            <a:ext cx="2632966" cy="25156"/>
          </a:xfrm>
          <a:custGeom>
            <a:avLst/>
            <a:gdLst>
              <a:gd name="connsiteX0" fmla="*/ 12578 w 2632965"/>
              <a:gd name="connsiteY0" fmla="*/ 12578 h 25155"/>
              <a:gd name="connsiteX1" fmla="*/ 86368 w 2632965"/>
              <a:gd name="connsiteY1" fmla="*/ 12578 h 25155"/>
              <a:gd name="connsiteX2" fmla="*/ 133325 w 2632965"/>
              <a:gd name="connsiteY2" fmla="*/ 12578 h 25155"/>
              <a:gd name="connsiteX3" fmla="*/ 207115 w 2632965"/>
              <a:gd name="connsiteY3" fmla="*/ 12578 h 25155"/>
              <a:gd name="connsiteX4" fmla="*/ 254073 w 2632965"/>
              <a:gd name="connsiteY4" fmla="*/ 12578 h 25155"/>
              <a:gd name="connsiteX5" fmla="*/ 327863 w 2632965"/>
              <a:gd name="connsiteY5" fmla="*/ 12578 h 25155"/>
              <a:gd name="connsiteX6" fmla="*/ 374820 w 2632965"/>
              <a:gd name="connsiteY6" fmla="*/ 12578 h 25155"/>
              <a:gd name="connsiteX7" fmla="*/ 448610 w 2632965"/>
              <a:gd name="connsiteY7" fmla="*/ 12578 h 25155"/>
              <a:gd name="connsiteX8" fmla="*/ 495568 w 2632965"/>
              <a:gd name="connsiteY8" fmla="*/ 12578 h 25155"/>
              <a:gd name="connsiteX9" fmla="*/ 569358 w 2632965"/>
              <a:gd name="connsiteY9" fmla="*/ 12578 h 25155"/>
              <a:gd name="connsiteX10" fmla="*/ 616315 w 2632965"/>
              <a:gd name="connsiteY10" fmla="*/ 12578 h 25155"/>
              <a:gd name="connsiteX11" fmla="*/ 690105 w 2632965"/>
              <a:gd name="connsiteY11" fmla="*/ 12578 h 25155"/>
              <a:gd name="connsiteX12" fmla="*/ 737063 w 2632965"/>
              <a:gd name="connsiteY12" fmla="*/ 12578 h 25155"/>
              <a:gd name="connsiteX13" fmla="*/ 810853 w 2632965"/>
              <a:gd name="connsiteY13" fmla="*/ 12578 h 25155"/>
              <a:gd name="connsiteX14" fmla="*/ 857810 w 2632965"/>
              <a:gd name="connsiteY14" fmla="*/ 12578 h 25155"/>
              <a:gd name="connsiteX15" fmla="*/ 931600 w 2632965"/>
              <a:gd name="connsiteY15" fmla="*/ 12578 h 25155"/>
              <a:gd name="connsiteX16" fmla="*/ 978558 w 2632965"/>
              <a:gd name="connsiteY16" fmla="*/ 12578 h 25155"/>
              <a:gd name="connsiteX17" fmla="*/ 1052348 w 2632965"/>
              <a:gd name="connsiteY17" fmla="*/ 12578 h 25155"/>
              <a:gd name="connsiteX18" fmla="*/ 1099305 w 2632965"/>
              <a:gd name="connsiteY18" fmla="*/ 12578 h 25155"/>
              <a:gd name="connsiteX19" fmla="*/ 1173095 w 2632965"/>
              <a:gd name="connsiteY19" fmla="*/ 12578 h 25155"/>
              <a:gd name="connsiteX20" fmla="*/ 1220053 w 2632965"/>
              <a:gd name="connsiteY20" fmla="*/ 12578 h 25155"/>
              <a:gd name="connsiteX21" fmla="*/ 1293843 w 2632965"/>
              <a:gd name="connsiteY21" fmla="*/ 12578 h 25155"/>
              <a:gd name="connsiteX22" fmla="*/ 1340800 w 2632965"/>
              <a:gd name="connsiteY22" fmla="*/ 12578 h 25155"/>
              <a:gd name="connsiteX23" fmla="*/ 1414590 w 2632965"/>
              <a:gd name="connsiteY23" fmla="*/ 12578 h 25155"/>
              <a:gd name="connsiteX24" fmla="*/ 1461548 w 2632965"/>
              <a:gd name="connsiteY24" fmla="*/ 12578 h 25155"/>
              <a:gd name="connsiteX25" fmla="*/ 1535338 w 2632965"/>
              <a:gd name="connsiteY25" fmla="*/ 12578 h 25155"/>
              <a:gd name="connsiteX26" fmla="*/ 1582295 w 2632965"/>
              <a:gd name="connsiteY26" fmla="*/ 12578 h 25155"/>
              <a:gd name="connsiteX27" fmla="*/ 1656085 w 2632965"/>
              <a:gd name="connsiteY27" fmla="*/ 12578 h 25155"/>
              <a:gd name="connsiteX28" fmla="*/ 1703043 w 2632965"/>
              <a:gd name="connsiteY28" fmla="*/ 12578 h 25155"/>
              <a:gd name="connsiteX29" fmla="*/ 1776833 w 2632965"/>
              <a:gd name="connsiteY29" fmla="*/ 12578 h 25155"/>
              <a:gd name="connsiteX30" fmla="*/ 1823790 w 2632965"/>
              <a:gd name="connsiteY30" fmla="*/ 12578 h 25155"/>
              <a:gd name="connsiteX31" fmla="*/ 1897580 w 2632965"/>
              <a:gd name="connsiteY31" fmla="*/ 12578 h 25155"/>
              <a:gd name="connsiteX32" fmla="*/ 1944538 w 2632965"/>
              <a:gd name="connsiteY32" fmla="*/ 12578 h 25155"/>
              <a:gd name="connsiteX33" fmla="*/ 2018328 w 2632965"/>
              <a:gd name="connsiteY33" fmla="*/ 12578 h 25155"/>
              <a:gd name="connsiteX34" fmla="*/ 2065285 w 2632965"/>
              <a:gd name="connsiteY34" fmla="*/ 12578 h 25155"/>
              <a:gd name="connsiteX35" fmla="*/ 2139075 w 2632965"/>
              <a:gd name="connsiteY35" fmla="*/ 12578 h 25155"/>
              <a:gd name="connsiteX36" fmla="*/ 2186033 w 2632965"/>
              <a:gd name="connsiteY36" fmla="*/ 12578 h 25155"/>
              <a:gd name="connsiteX37" fmla="*/ 2259823 w 2632965"/>
              <a:gd name="connsiteY37" fmla="*/ 12578 h 25155"/>
              <a:gd name="connsiteX38" fmla="*/ 2306780 w 2632965"/>
              <a:gd name="connsiteY38" fmla="*/ 12578 h 25155"/>
              <a:gd name="connsiteX39" fmla="*/ 2380570 w 2632965"/>
              <a:gd name="connsiteY39" fmla="*/ 12578 h 25155"/>
              <a:gd name="connsiteX40" fmla="*/ 2427528 w 2632965"/>
              <a:gd name="connsiteY40" fmla="*/ 12578 h 25155"/>
              <a:gd name="connsiteX41" fmla="*/ 2501318 w 2632965"/>
              <a:gd name="connsiteY41" fmla="*/ 12578 h 25155"/>
              <a:gd name="connsiteX42" fmla="*/ 2548275 w 2632965"/>
              <a:gd name="connsiteY42" fmla="*/ 12578 h 25155"/>
              <a:gd name="connsiteX43" fmla="*/ 2622065 w 2632965"/>
              <a:gd name="connsiteY43" fmla="*/ 12578 h 2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632965" h="25155">
                <a:moveTo>
                  <a:pt x="12578" y="12578"/>
                </a:moveTo>
                <a:lnTo>
                  <a:pt x="86368" y="12578"/>
                </a:lnTo>
                <a:moveTo>
                  <a:pt x="133325" y="12578"/>
                </a:moveTo>
                <a:lnTo>
                  <a:pt x="207115" y="12578"/>
                </a:lnTo>
                <a:moveTo>
                  <a:pt x="254073" y="12578"/>
                </a:moveTo>
                <a:lnTo>
                  <a:pt x="327863" y="12578"/>
                </a:lnTo>
                <a:moveTo>
                  <a:pt x="374820" y="12578"/>
                </a:moveTo>
                <a:lnTo>
                  <a:pt x="448610" y="12578"/>
                </a:lnTo>
                <a:moveTo>
                  <a:pt x="495568" y="12578"/>
                </a:moveTo>
                <a:lnTo>
                  <a:pt x="569358" y="12578"/>
                </a:lnTo>
                <a:moveTo>
                  <a:pt x="616315" y="12578"/>
                </a:moveTo>
                <a:lnTo>
                  <a:pt x="690105" y="12578"/>
                </a:lnTo>
                <a:moveTo>
                  <a:pt x="737063" y="12578"/>
                </a:moveTo>
                <a:lnTo>
                  <a:pt x="810853" y="12578"/>
                </a:lnTo>
                <a:moveTo>
                  <a:pt x="857810" y="12578"/>
                </a:moveTo>
                <a:lnTo>
                  <a:pt x="931600" y="12578"/>
                </a:lnTo>
                <a:moveTo>
                  <a:pt x="978558" y="12578"/>
                </a:moveTo>
                <a:lnTo>
                  <a:pt x="1052348" y="12578"/>
                </a:lnTo>
                <a:moveTo>
                  <a:pt x="1099305" y="12578"/>
                </a:moveTo>
                <a:lnTo>
                  <a:pt x="1173095" y="12578"/>
                </a:lnTo>
                <a:moveTo>
                  <a:pt x="1220053" y="12578"/>
                </a:moveTo>
                <a:lnTo>
                  <a:pt x="1293843" y="12578"/>
                </a:lnTo>
                <a:moveTo>
                  <a:pt x="1340800" y="12578"/>
                </a:moveTo>
                <a:lnTo>
                  <a:pt x="1414590" y="12578"/>
                </a:lnTo>
                <a:moveTo>
                  <a:pt x="1461548" y="12578"/>
                </a:moveTo>
                <a:lnTo>
                  <a:pt x="1535338" y="12578"/>
                </a:lnTo>
                <a:moveTo>
                  <a:pt x="1582295" y="12578"/>
                </a:moveTo>
                <a:lnTo>
                  <a:pt x="1656085" y="12578"/>
                </a:lnTo>
                <a:moveTo>
                  <a:pt x="1703043" y="12578"/>
                </a:moveTo>
                <a:lnTo>
                  <a:pt x="1776833" y="12578"/>
                </a:lnTo>
                <a:moveTo>
                  <a:pt x="1823790" y="12578"/>
                </a:moveTo>
                <a:lnTo>
                  <a:pt x="1897580" y="12578"/>
                </a:lnTo>
                <a:moveTo>
                  <a:pt x="1944538" y="12578"/>
                </a:moveTo>
                <a:lnTo>
                  <a:pt x="2018328" y="12578"/>
                </a:lnTo>
                <a:moveTo>
                  <a:pt x="2065285" y="12578"/>
                </a:moveTo>
                <a:lnTo>
                  <a:pt x="2139075" y="12578"/>
                </a:lnTo>
                <a:moveTo>
                  <a:pt x="2186033" y="12578"/>
                </a:moveTo>
                <a:lnTo>
                  <a:pt x="2259823" y="12578"/>
                </a:lnTo>
                <a:moveTo>
                  <a:pt x="2306780" y="12578"/>
                </a:moveTo>
                <a:lnTo>
                  <a:pt x="2380570" y="12578"/>
                </a:lnTo>
                <a:moveTo>
                  <a:pt x="2427528" y="12578"/>
                </a:moveTo>
                <a:lnTo>
                  <a:pt x="2501318" y="12578"/>
                </a:lnTo>
                <a:moveTo>
                  <a:pt x="2548275" y="12578"/>
                </a:moveTo>
                <a:lnTo>
                  <a:pt x="2622065" y="12578"/>
                </a:lnTo>
              </a:path>
            </a:pathLst>
          </a:custGeom>
          <a:noFill/>
          <a:ln w="1270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8E291C8-DD30-4472-AE5C-D63ECE0DAAC2}"/>
              </a:ext>
            </a:extLst>
          </p:cNvPr>
          <p:cNvSpPr/>
          <p:nvPr/>
        </p:nvSpPr>
        <p:spPr>
          <a:xfrm>
            <a:off x="7139009" y="2235343"/>
            <a:ext cx="6289" cy="6289"/>
          </a:xfrm>
          <a:custGeom>
            <a:avLst/>
            <a:gdLst/>
            <a:ahLst/>
            <a:cxnLst/>
            <a:rect l="l" t="t" r="r" b="b"/>
            <a:pathLst>
              <a:path w="6288" h="6288"/>
            </a:pathLst>
          </a:custGeom>
          <a:solidFill>
            <a:srgbClr val="000000">
              <a:alpha val="40000"/>
            </a:srgbClr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5CEE45C0-9E94-43F7-A1F3-7692D4625A51}"/>
              </a:ext>
            </a:extLst>
          </p:cNvPr>
          <p:cNvSpPr/>
          <p:nvPr/>
        </p:nvSpPr>
        <p:spPr>
          <a:xfrm>
            <a:off x="8817084" y="3473554"/>
            <a:ext cx="25156" cy="1163452"/>
          </a:xfrm>
          <a:custGeom>
            <a:avLst/>
            <a:gdLst>
              <a:gd name="connsiteX0" fmla="*/ 12578 w 25155"/>
              <a:gd name="connsiteY0" fmla="*/ 1152739 h 1163452"/>
              <a:gd name="connsiteX1" fmla="*/ 12578 w 25155"/>
              <a:gd name="connsiteY1" fmla="*/ 1078949 h 1163452"/>
              <a:gd name="connsiteX2" fmla="*/ 12578 w 25155"/>
              <a:gd name="connsiteY2" fmla="*/ 1031991 h 1163452"/>
              <a:gd name="connsiteX3" fmla="*/ 12578 w 25155"/>
              <a:gd name="connsiteY3" fmla="*/ 958201 h 1163452"/>
              <a:gd name="connsiteX4" fmla="*/ 12578 w 25155"/>
              <a:gd name="connsiteY4" fmla="*/ 911244 h 1163452"/>
              <a:gd name="connsiteX5" fmla="*/ 12578 w 25155"/>
              <a:gd name="connsiteY5" fmla="*/ 837454 h 1163452"/>
              <a:gd name="connsiteX6" fmla="*/ 12578 w 25155"/>
              <a:gd name="connsiteY6" fmla="*/ 790496 h 1163452"/>
              <a:gd name="connsiteX7" fmla="*/ 12578 w 25155"/>
              <a:gd name="connsiteY7" fmla="*/ 716706 h 1163452"/>
              <a:gd name="connsiteX8" fmla="*/ 12578 w 25155"/>
              <a:gd name="connsiteY8" fmla="*/ 669749 h 1163452"/>
              <a:gd name="connsiteX9" fmla="*/ 12578 w 25155"/>
              <a:gd name="connsiteY9" fmla="*/ 595959 h 1163452"/>
              <a:gd name="connsiteX10" fmla="*/ 12578 w 25155"/>
              <a:gd name="connsiteY10" fmla="*/ 549001 h 1163452"/>
              <a:gd name="connsiteX11" fmla="*/ 12578 w 25155"/>
              <a:gd name="connsiteY11" fmla="*/ 475211 h 1163452"/>
              <a:gd name="connsiteX12" fmla="*/ 12578 w 25155"/>
              <a:gd name="connsiteY12" fmla="*/ 428254 h 1163452"/>
              <a:gd name="connsiteX13" fmla="*/ 12578 w 25155"/>
              <a:gd name="connsiteY13" fmla="*/ 354464 h 1163452"/>
              <a:gd name="connsiteX14" fmla="*/ 12578 w 25155"/>
              <a:gd name="connsiteY14" fmla="*/ 307506 h 1163452"/>
              <a:gd name="connsiteX15" fmla="*/ 12578 w 25155"/>
              <a:gd name="connsiteY15" fmla="*/ 233716 h 1163452"/>
              <a:gd name="connsiteX16" fmla="*/ 12578 w 25155"/>
              <a:gd name="connsiteY16" fmla="*/ 186759 h 1163452"/>
              <a:gd name="connsiteX17" fmla="*/ 12578 w 25155"/>
              <a:gd name="connsiteY17" fmla="*/ 112969 h 1163452"/>
              <a:gd name="connsiteX18" fmla="*/ 12578 w 25155"/>
              <a:gd name="connsiteY18" fmla="*/ 66011 h 1163452"/>
              <a:gd name="connsiteX19" fmla="*/ 12578 w 25155"/>
              <a:gd name="connsiteY19" fmla="*/ 12578 h 116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155" h="1163452">
                <a:moveTo>
                  <a:pt x="12578" y="1152739"/>
                </a:moveTo>
                <a:lnTo>
                  <a:pt x="12578" y="1078949"/>
                </a:lnTo>
                <a:moveTo>
                  <a:pt x="12578" y="1031991"/>
                </a:moveTo>
                <a:lnTo>
                  <a:pt x="12578" y="958201"/>
                </a:lnTo>
                <a:moveTo>
                  <a:pt x="12578" y="911244"/>
                </a:moveTo>
                <a:lnTo>
                  <a:pt x="12578" y="837454"/>
                </a:lnTo>
                <a:moveTo>
                  <a:pt x="12578" y="790496"/>
                </a:moveTo>
                <a:lnTo>
                  <a:pt x="12578" y="716706"/>
                </a:lnTo>
                <a:moveTo>
                  <a:pt x="12578" y="669749"/>
                </a:moveTo>
                <a:lnTo>
                  <a:pt x="12578" y="595959"/>
                </a:lnTo>
                <a:moveTo>
                  <a:pt x="12578" y="549001"/>
                </a:moveTo>
                <a:lnTo>
                  <a:pt x="12578" y="475211"/>
                </a:lnTo>
                <a:moveTo>
                  <a:pt x="12578" y="428254"/>
                </a:moveTo>
                <a:lnTo>
                  <a:pt x="12578" y="354464"/>
                </a:lnTo>
                <a:moveTo>
                  <a:pt x="12578" y="307506"/>
                </a:moveTo>
                <a:lnTo>
                  <a:pt x="12578" y="233716"/>
                </a:lnTo>
                <a:moveTo>
                  <a:pt x="12578" y="186759"/>
                </a:moveTo>
                <a:lnTo>
                  <a:pt x="12578" y="112969"/>
                </a:lnTo>
                <a:moveTo>
                  <a:pt x="12578" y="66011"/>
                </a:moveTo>
                <a:lnTo>
                  <a:pt x="12578" y="1257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내용 개체 틀 2">
                <a:extLst>
                  <a:ext uri="{FF2B5EF4-FFF2-40B4-BE49-F238E27FC236}">
                    <a16:creationId xmlns:a16="http://schemas.microsoft.com/office/drawing/2014/main" id="{F841E899-F1B5-4EAA-BA9D-14FC0F854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9575" y="4575615"/>
                <a:ext cx="760574" cy="4622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1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ko-KR" i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내용 개체 틀 2">
                <a:extLst>
                  <a:ext uri="{FF2B5EF4-FFF2-40B4-BE49-F238E27FC236}">
                    <a16:creationId xmlns:a16="http://schemas.microsoft.com/office/drawing/2014/main" id="{F841E899-F1B5-4EAA-BA9D-14FC0F854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575" y="4575615"/>
                <a:ext cx="760574" cy="4622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내용 개체 틀 2">
                <a:extLst>
                  <a:ext uri="{FF2B5EF4-FFF2-40B4-BE49-F238E27FC236}">
                    <a16:creationId xmlns:a16="http://schemas.microsoft.com/office/drawing/2014/main" id="{EE531E71-70C6-41E3-B77D-46B8D18444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1893" y="3862517"/>
                <a:ext cx="760574" cy="4622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1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1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altLang="ko-KR" i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내용 개체 틀 2">
                <a:extLst>
                  <a:ext uri="{FF2B5EF4-FFF2-40B4-BE49-F238E27FC236}">
                    <a16:creationId xmlns:a16="http://schemas.microsoft.com/office/drawing/2014/main" id="{EE531E71-70C6-41E3-B77D-46B8D1844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93" y="3862517"/>
                <a:ext cx="760574" cy="4622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타원 23">
            <a:extLst>
              <a:ext uri="{FF2B5EF4-FFF2-40B4-BE49-F238E27FC236}">
                <a16:creationId xmlns:a16="http://schemas.microsoft.com/office/drawing/2014/main" id="{E46FA052-918B-49C7-B579-2F15698435F2}"/>
              </a:ext>
            </a:extLst>
          </p:cNvPr>
          <p:cNvSpPr/>
          <p:nvPr/>
        </p:nvSpPr>
        <p:spPr>
          <a:xfrm>
            <a:off x="8775662" y="342524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15364A0-704E-4E4C-93F7-0629529174C7}"/>
              </a:ext>
            </a:extLst>
          </p:cNvPr>
          <p:cNvSpPr/>
          <p:nvPr/>
        </p:nvSpPr>
        <p:spPr>
          <a:xfrm>
            <a:off x="10090552" y="456956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9083346-C90F-475B-A5C4-C38E41BBAC91}"/>
              </a:ext>
            </a:extLst>
          </p:cNvPr>
          <p:cNvSpPr/>
          <p:nvPr/>
        </p:nvSpPr>
        <p:spPr>
          <a:xfrm>
            <a:off x="7446540" y="456956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13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포물선 운동과 역학적 에너지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5148E1EC-9869-4358-82E8-92DA200D8557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480021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중력에 의한 일과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위치 에너지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A93364-4AFF-4748-BD64-ADB4316162B7}"/>
                  </a:ext>
                </a:extLst>
              </p:cNvPr>
              <p:cNvSpPr txBox="1"/>
              <p:nvPr/>
            </p:nvSpPr>
            <p:spPr>
              <a:xfrm>
                <a:off x="3571874" y="2620661"/>
                <a:ext cx="4562475" cy="67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8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𝑚𝑔𝑦</m:t>
                      </m:r>
                    </m:oMath>
                  </m:oMathPara>
                </a14:m>
                <a:endParaRPr lang="ko-KR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A93364-4AFF-4748-BD64-ADB43161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74" y="2620661"/>
                <a:ext cx="4562475" cy="672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A8E8F-36C5-4742-B2F5-3B441B474FAD}"/>
                  </a:ext>
                </a:extLst>
              </p:cNvPr>
              <p:cNvSpPr txBox="1"/>
              <p:nvPr/>
            </p:nvSpPr>
            <p:spPr>
              <a:xfrm>
                <a:off x="3571875" y="3491667"/>
                <a:ext cx="2354463" cy="60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8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𝑚𝑔𝑦</m:t>
                      </m:r>
                    </m:oMath>
                  </m:oMathPara>
                </a14:m>
                <a:endParaRPr lang="ko-KR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A8E8F-36C5-4742-B2F5-3B441B474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75" y="3491667"/>
                <a:ext cx="2354463" cy="609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B39B5E-7843-4763-B4D2-010AC048E8A3}"/>
                  </a:ext>
                </a:extLst>
              </p:cNvPr>
              <p:cNvSpPr txBox="1"/>
              <p:nvPr/>
            </p:nvSpPr>
            <p:spPr>
              <a:xfrm>
                <a:off x="4638673" y="4943475"/>
                <a:ext cx="2428876" cy="60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8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B39B5E-7843-4763-B4D2-010AC048E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673" y="4943475"/>
                <a:ext cx="2428876" cy="6093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A2AD3F9-669B-4415-B538-0F0D601CA75F}"/>
              </a:ext>
            </a:extLst>
          </p:cNvPr>
          <p:cNvSpPr/>
          <p:nvPr/>
        </p:nvSpPr>
        <p:spPr>
          <a:xfrm>
            <a:off x="5657848" y="4138060"/>
            <a:ext cx="390525" cy="67210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327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포물선 운동과 역학적 에너지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5148E1EC-9869-4358-82E8-92DA200D8557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480021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중력에 의한 일과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위치 에너지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A93364-4AFF-4748-BD64-ADB4316162B7}"/>
                  </a:ext>
                </a:extLst>
              </p:cNvPr>
              <p:cNvSpPr txBox="1"/>
              <p:nvPr/>
            </p:nvSpPr>
            <p:spPr>
              <a:xfrm>
                <a:off x="381000" y="2620661"/>
                <a:ext cx="11449049" cy="2028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𝐾𝑂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8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8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8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ko-KR" sz="28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𝑔𝑡</m:t>
                              </m:r>
                            </m:e>
                          </m:d>
                        </m:e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8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𝑔𝑡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A93364-4AFF-4748-BD64-ADB43161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620661"/>
                <a:ext cx="11449049" cy="2028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0DF895-A9FB-43CC-9279-CB1389E74207}"/>
                  </a:ext>
                </a:extLst>
              </p:cNvPr>
              <p:cNvSpPr txBox="1"/>
              <p:nvPr/>
            </p:nvSpPr>
            <p:spPr>
              <a:xfrm>
                <a:off x="380999" y="4648909"/>
                <a:ext cx="9201151" cy="1254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d>
                        <m:dPr>
                          <m:ctrlP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8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28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8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28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0DF895-A9FB-43CC-9279-CB1389E7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4648909"/>
                <a:ext cx="9201151" cy="1254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6E409BC-BD7F-4C74-B71A-DD06D2334471}"/>
              </a:ext>
            </a:extLst>
          </p:cNvPr>
          <p:cNvCxnSpPr>
            <a:cxnSpLocks/>
          </p:cNvCxnSpPr>
          <p:nvPr/>
        </p:nvCxnSpPr>
        <p:spPr>
          <a:xfrm flipV="1">
            <a:off x="8810625" y="3810001"/>
            <a:ext cx="1085850" cy="8096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D7EC712-DA2A-465E-9248-23AFBEE096D9}"/>
              </a:ext>
            </a:extLst>
          </p:cNvPr>
          <p:cNvCxnSpPr>
            <a:cxnSpLocks/>
          </p:cNvCxnSpPr>
          <p:nvPr/>
        </p:nvCxnSpPr>
        <p:spPr>
          <a:xfrm flipV="1">
            <a:off x="10344150" y="3810001"/>
            <a:ext cx="1085850" cy="8096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6B6A3A-4C2E-470D-9ED8-2BB1473C0DBD}"/>
              </a:ext>
            </a:extLst>
          </p:cNvPr>
          <p:cNvCxnSpPr>
            <a:cxnSpLocks/>
          </p:cNvCxnSpPr>
          <p:nvPr/>
        </p:nvCxnSpPr>
        <p:spPr>
          <a:xfrm flipV="1">
            <a:off x="7410450" y="4924426"/>
            <a:ext cx="1085850" cy="8096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218FEDC-4214-4552-B5FD-04930811841A}"/>
              </a:ext>
            </a:extLst>
          </p:cNvPr>
          <p:cNvCxnSpPr>
            <a:cxnSpLocks/>
          </p:cNvCxnSpPr>
          <p:nvPr/>
        </p:nvCxnSpPr>
        <p:spPr>
          <a:xfrm flipV="1">
            <a:off x="5819775" y="4924426"/>
            <a:ext cx="1085850" cy="8096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06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포물선 운동과 역학적 에너지</a:t>
            </a:r>
          </a:p>
        </p:txBody>
      </p:sp>
      <p:sp>
        <p:nvSpPr>
          <p:cNvPr id="4" name="내용 개체 틀 9">
            <a:extLst>
              <a:ext uri="{FF2B5EF4-FFF2-40B4-BE49-F238E27FC236}">
                <a16:creationId xmlns:a16="http://schemas.microsoft.com/office/drawing/2014/main" id="{5148E1EC-9869-4358-82E8-92DA200D8557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480021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데이터 해석 실습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5A0B943-6676-427A-BD04-6035BF66A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291685"/>
              </p:ext>
            </p:extLst>
          </p:nvPr>
        </p:nvGraphicFramePr>
        <p:xfrm>
          <a:off x="742574" y="2465296"/>
          <a:ext cx="10772772" cy="38931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81288">
                  <a:extLst>
                    <a:ext uri="{9D8B030D-6E8A-4147-A177-3AD203B41FA5}">
                      <a16:colId xmlns:a16="http://schemas.microsoft.com/office/drawing/2014/main" val="2816411951"/>
                    </a:ext>
                  </a:extLst>
                </a:gridCol>
                <a:gridCol w="1181288">
                  <a:extLst>
                    <a:ext uri="{9D8B030D-6E8A-4147-A177-3AD203B41FA5}">
                      <a16:colId xmlns:a16="http://schemas.microsoft.com/office/drawing/2014/main" val="3135191728"/>
                    </a:ext>
                  </a:extLst>
                </a:gridCol>
                <a:gridCol w="2102549">
                  <a:extLst>
                    <a:ext uri="{9D8B030D-6E8A-4147-A177-3AD203B41FA5}">
                      <a16:colId xmlns:a16="http://schemas.microsoft.com/office/drawing/2014/main" val="2241683656"/>
                    </a:ext>
                  </a:extLst>
                </a:gridCol>
                <a:gridCol w="2102549">
                  <a:extLst>
                    <a:ext uri="{9D8B030D-6E8A-4147-A177-3AD203B41FA5}">
                      <a16:colId xmlns:a16="http://schemas.microsoft.com/office/drawing/2014/main" val="3723930257"/>
                    </a:ext>
                  </a:extLst>
                </a:gridCol>
                <a:gridCol w="2102549">
                  <a:extLst>
                    <a:ext uri="{9D8B030D-6E8A-4147-A177-3AD203B41FA5}">
                      <a16:colId xmlns:a16="http://schemas.microsoft.com/office/drawing/2014/main" val="417391298"/>
                    </a:ext>
                  </a:extLst>
                </a:gridCol>
                <a:gridCol w="2102549">
                  <a:extLst>
                    <a:ext uri="{9D8B030D-6E8A-4147-A177-3AD203B41FA5}">
                      <a16:colId xmlns:a16="http://schemas.microsoft.com/office/drawing/2014/main" val="406715162"/>
                    </a:ext>
                  </a:extLst>
                </a:gridCol>
              </a:tblGrid>
              <a:tr h="27440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49" marR="6849" marT="6849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49" marR="6849" marT="6849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49" marR="6849" marT="6849" marB="0" anchor="ctr"/>
                </a:tc>
                <a:extLst>
                  <a:ext uri="{0D108BD9-81ED-4DB2-BD59-A6C34878D82A}">
                    <a16:rowId xmlns:a16="http://schemas.microsoft.com/office/drawing/2014/main" val="3631890793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0.017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0.218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-1.09E-03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0.298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0.654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0.429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612394462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0.033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0.234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2.37E-02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0.323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0.651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0.392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522988825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0.05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0.251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4.88E-02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0.347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0.644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0.351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2143130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0.067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0.268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7.40E-02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0.372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0.636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0.308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630866792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0.084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0.285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9.88E-02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0.398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0.624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0.261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908568495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0.301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0.124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0.423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0.609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0.212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540631400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0.117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0.318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0.149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0.448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0.592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076744342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</a:rPr>
                        <a:t>0.134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0.335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0.174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0.473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0.572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0.105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419938691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0.151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0.351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0.199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0.498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0.549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4.80E-02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4276014102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</a:rPr>
                        <a:t>0.167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0.368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</a:rPr>
                        <a:t>0.224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0.523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0.524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-1.20E-02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290453583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0.184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0.385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</a:rPr>
                        <a:t>0.248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0.548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0.495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-7.54E-02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529069809"/>
                  </a:ext>
                </a:extLst>
              </a:tr>
              <a:tr h="30156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0.201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0.402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0.273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0.564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</a:rPr>
                        <a:t>0.464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-7.19E-02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65572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556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B5260D-18F5-46F6-B8AD-04BA4682C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dirty="0"/>
              <a:t>등속 원운동과 진자 운동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C8E659C-869E-46B3-B3CA-EC95831E0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힘과 운동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8582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등속 원운동</a:t>
            </a:r>
          </a:p>
        </p:txBody>
      </p:sp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78D14801-CF23-4990-9F71-85C8AD4C8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009826"/>
              </p:ext>
            </p:extLst>
          </p:nvPr>
        </p:nvGraphicFramePr>
        <p:xfrm>
          <a:off x="950258" y="1779494"/>
          <a:ext cx="10155892" cy="4011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7448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FDE38-CE30-492F-AD70-606A85AB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등속 원운동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3D8BC5C-C1C9-4951-9A5A-C123B5A3C0A6}"/>
              </a:ext>
            </a:extLst>
          </p:cNvPr>
          <p:cNvSpPr/>
          <p:nvPr/>
        </p:nvSpPr>
        <p:spPr>
          <a:xfrm>
            <a:off x="6237491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3DC3FA-2903-4865-8F0E-26664B61F931}"/>
                  </a:ext>
                </a:extLst>
              </p:cNvPr>
              <p:cNvSpPr txBox="1"/>
              <p:nvPr/>
            </p:nvSpPr>
            <p:spPr>
              <a:xfrm>
                <a:off x="6623437" y="3925746"/>
                <a:ext cx="2985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3DC3FA-2903-4865-8F0E-26664B61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437" y="3925746"/>
                <a:ext cx="2985384" cy="461665"/>
              </a:xfrm>
              <a:prstGeom prst="rect">
                <a:avLst/>
              </a:prstGeom>
              <a:blipFill>
                <a:blip r:embed="rId3"/>
                <a:stretch>
                  <a:fillRect t="-19737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E97C9C2-CA0A-421E-9849-1F9384DA156A}"/>
              </a:ext>
            </a:extLst>
          </p:cNvPr>
          <p:cNvSpPr txBox="1"/>
          <p:nvPr/>
        </p:nvSpPr>
        <p:spPr>
          <a:xfrm>
            <a:off x="6615816" y="2784503"/>
            <a:ext cx="4326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원점에서 물체의 위치를 향하는 벡터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보통 원의 중심이 원점이 된다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70E676-098E-47A0-A3AD-1FF1E186DBDA}"/>
                  </a:ext>
                </a:extLst>
              </p:cNvPr>
              <p:cNvSpPr txBox="1"/>
              <p:nvPr/>
            </p:nvSpPr>
            <p:spPr>
              <a:xfrm>
                <a:off x="6615815" y="4448442"/>
                <a:ext cx="438746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원운동이라면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은 상수가 되므로</a:t>
                </a:r>
                <a:endPara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실제로 물체의 위치는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로만 나타나는 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</a:t>
                </a:r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차원적 상황이 된다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endParaRPr lang="ko-KR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70E676-098E-47A0-A3AD-1FF1E186D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815" y="4448442"/>
                <a:ext cx="4387465" cy="1015663"/>
              </a:xfrm>
              <a:prstGeom prst="rect">
                <a:avLst/>
              </a:prstGeom>
              <a:blipFill>
                <a:blip r:embed="rId4"/>
                <a:stretch>
                  <a:fillRect l="-1389" t="-4819" r="-1389" b="-10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F4C433-269F-4D8B-B0D2-0725EC07F021}"/>
                  </a:ext>
                </a:extLst>
              </p:cNvPr>
              <p:cNvSpPr txBox="1"/>
              <p:nvPr/>
            </p:nvSpPr>
            <p:spPr>
              <a:xfrm>
                <a:off x="6592957" y="2298045"/>
                <a:ext cx="5012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F4C433-269F-4D8B-B0D2-0725EC07F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57" y="2298045"/>
                <a:ext cx="501263" cy="461665"/>
              </a:xfrm>
              <a:prstGeom prst="rect">
                <a:avLst/>
              </a:prstGeom>
              <a:blipFill>
                <a:blip r:embed="rId5"/>
                <a:stretch>
                  <a:fillRect t="-19737" r="-353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32B003EE-DC3A-4C9E-A1E5-92A65767540B}"/>
              </a:ext>
            </a:extLst>
          </p:cNvPr>
          <p:cNvGrpSpPr/>
          <p:nvPr/>
        </p:nvGrpSpPr>
        <p:grpSpPr>
          <a:xfrm>
            <a:off x="1617900" y="2409825"/>
            <a:ext cx="3733238" cy="3586999"/>
            <a:chOff x="1570275" y="1854395"/>
            <a:chExt cx="4430272" cy="4256729"/>
          </a:xfrm>
        </p:grpSpPr>
        <p:sp>
          <p:nvSpPr>
            <p:cNvPr id="4" name="원호 3">
              <a:extLst>
                <a:ext uri="{FF2B5EF4-FFF2-40B4-BE49-F238E27FC236}">
                  <a16:creationId xmlns:a16="http://schemas.microsoft.com/office/drawing/2014/main" id="{F42F2846-F5F3-4DA8-9621-313F1B0AEDAA}"/>
                </a:ext>
              </a:extLst>
            </p:cNvPr>
            <p:cNvSpPr/>
            <p:nvPr/>
          </p:nvSpPr>
          <p:spPr>
            <a:xfrm>
              <a:off x="3027287" y="3968134"/>
              <a:ext cx="685977" cy="685977"/>
            </a:xfrm>
            <a:prstGeom prst="arc">
              <a:avLst>
                <a:gd name="adj1" fmla="val 18372015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7ECB5D1C-DCE5-4399-B962-B3002F03F75B}"/>
                </a:ext>
              </a:extLst>
            </p:cNvPr>
            <p:cNvCxnSpPr>
              <a:cxnSpLocks/>
            </p:cNvCxnSpPr>
            <p:nvPr/>
          </p:nvCxnSpPr>
          <p:spPr>
            <a:xfrm>
              <a:off x="3366412" y="2148957"/>
              <a:ext cx="0" cy="216000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5622EB74-04DC-4058-81C8-B860C8F3E8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6411" y="4311123"/>
              <a:ext cx="2160000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2C5FF8-739F-47D1-9272-D9580272E92B}"/>
                    </a:ext>
                  </a:extLst>
                </p:cNvPr>
                <p:cNvSpPr txBox="1"/>
                <p:nvPr/>
              </p:nvSpPr>
              <p:spPr>
                <a:xfrm>
                  <a:off x="5549263" y="4068883"/>
                  <a:ext cx="451284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2C5FF8-739F-47D1-9272-D9580272E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9263" y="4068883"/>
                  <a:ext cx="451284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3668418-6563-42EB-966F-FFDE01AC06DF}"/>
                    </a:ext>
                  </a:extLst>
                </p:cNvPr>
                <p:cNvSpPr txBox="1"/>
                <p:nvPr/>
              </p:nvSpPr>
              <p:spPr>
                <a:xfrm>
                  <a:off x="3007420" y="1854395"/>
                  <a:ext cx="451284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3668418-6563-42EB-966F-FFDE01AC0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420" y="1854395"/>
                  <a:ext cx="451284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33DDA71-AC50-46E7-80E3-5AFDEEA69FB6}"/>
                    </a:ext>
                  </a:extLst>
                </p:cNvPr>
                <p:cNvSpPr txBox="1"/>
                <p:nvPr/>
              </p:nvSpPr>
              <p:spPr>
                <a:xfrm>
                  <a:off x="3732452" y="3860142"/>
                  <a:ext cx="258521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33DDA71-AC50-46E7-80E3-5AFDEEA69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2452" y="3860142"/>
                  <a:ext cx="258521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AE92B5D-C0A0-4C7F-B585-F4870C945343}"/>
                    </a:ext>
                  </a:extLst>
                </p:cNvPr>
                <p:cNvSpPr txBox="1"/>
                <p:nvPr/>
              </p:nvSpPr>
              <p:spPr>
                <a:xfrm>
                  <a:off x="3647157" y="3228957"/>
                  <a:ext cx="451284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AE92B5D-C0A0-4C7F-B585-F4870C9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157" y="3228957"/>
                  <a:ext cx="451284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A9CA8E8-2F47-43E3-848A-0F2B27DC0885}"/>
                </a:ext>
              </a:extLst>
            </p:cNvPr>
            <p:cNvSpPr/>
            <p:nvPr/>
          </p:nvSpPr>
          <p:spPr>
            <a:xfrm>
              <a:off x="1570275" y="2511124"/>
              <a:ext cx="36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B30C53-A74A-484F-9DBB-A1E5FBFCF330}"/>
                    </a:ext>
                  </a:extLst>
                </p:cNvPr>
                <p:cNvSpPr txBox="1"/>
                <p:nvPr/>
              </p:nvSpPr>
              <p:spPr>
                <a:xfrm>
                  <a:off x="4709286" y="2634070"/>
                  <a:ext cx="451284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B30C53-A74A-484F-9DBB-A1E5FBFCF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9286" y="2634070"/>
                  <a:ext cx="451284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CA4E814-2CD7-4259-AA9B-A5F6843615A0}"/>
                </a:ext>
              </a:extLst>
            </p:cNvPr>
            <p:cNvSpPr/>
            <p:nvPr/>
          </p:nvSpPr>
          <p:spPr>
            <a:xfrm>
              <a:off x="4281487" y="2690813"/>
              <a:ext cx="347663" cy="347663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C5378A8-FBA7-4F52-B573-D12968668B52}"/>
                </a:ext>
              </a:extLst>
            </p:cNvPr>
            <p:cNvCxnSpPr/>
            <p:nvPr/>
          </p:nvCxnSpPr>
          <p:spPr>
            <a:xfrm flipV="1">
              <a:off x="3364658" y="2871123"/>
              <a:ext cx="1080000" cy="1440000"/>
            </a:xfrm>
            <a:prstGeom prst="straightConnector1">
              <a:avLst/>
            </a:prstGeom>
            <a:ln w="57150" cap="rnd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내용 개체 틀 9">
            <a:extLst>
              <a:ext uri="{FF2B5EF4-FFF2-40B4-BE49-F238E27FC236}">
                <a16:creationId xmlns:a16="http://schemas.microsoft.com/office/drawing/2014/main" id="{B386A6C8-A8F4-4B24-94FD-E9F94799A018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3055796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원운동의 위치 벡터</a:t>
            </a:r>
          </a:p>
        </p:txBody>
      </p:sp>
    </p:spTree>
    <p:extLst>
      <p:ext uri="{BB962C8B-B14F-4D97-AF65-F5344CB8AC3E}">
        <p14:creationId xmlns:p14="http://schemas.microsoft.com/office/powerpoint/2010/main" val="2890011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D4DD4-E7DF-4BF5-A171-AB8C9905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등속 원운동</a:t>
            </a: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A5E27C4E-22FF-479C-9241-5731129B8454}"/>
              </a:ext>
            </a:extLst>
          </p:cNvPr>
          <p:cNvSpPr/>
          <p:nvPr/>
        </p:nvSpPr>
        <p:spPr>
          <a:xfrm>
            <a:off x="3027287" y="3968134"/>
            <a:ext cx="685977" cy="685977"/>
          </a:xfrm>
          <a:prstGeom prst="arc">
            <a:avLst>
              <a:gd name="adj1" fmla="val 18372015"/>
              <a:gd name="adj2" fmla="val 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08E3D79-B476-419E-ADF0-A2B3763BF2B9}"/>
              </a:ext>
            </a:extLst>
          </p:cNvPr>
          <p:cNvCxnSpPr>
            <a:cxnSpLocks/>
          </p:cNvCxnSpPr>
          <p:nvPr/>
        </p:nvCxnSpPr>
        <p:spPr>
          <a:xfrm>
            <a:off x="3366412" y="3230880"/>
            <a:ext cx="0" cy="1078077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1DB6BC1-2092-483A-8831-FB19E6BCEE15}"/>
              </a:ext>
            </a:extLst>
          </p:cNvPr>
          <p:cNvCxnSpPr>
            <a:cxnSpLocks/>
          </p:cNvCxnSpPr>
          <p:nvPr/>
        </p:nvCxnSpPr>
        <p:spPr>
          <a:xfrm flipH="1">
            <a:off x="3366410" y="4311123"/>
            <a:ext cx="1080000" cy="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F642A124-E99D-4FA0-97CF-902DB2472281}"/>
              </a:ext>
            </a:extLst>
          </p:cNvPr>
          <p:cNvSpPr/>
          <p:nvPr/>
        </p:nvSpPr>
        <p:spPr>
          <a:xfrm>
            <a:off x="1570275" y="2511124"/>
            <a:ext cx="3600000" cy="3600000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109AF-DA7D-4107-82A3-540318068DFF}"/>
              </a:ext>
            </a:extLst>
          </p:cNvPr>
          <p:cNvSpPr/>
          <p:nvPr/>
        </p:nvSpPr>
        <p:spPr>
          <a:xfrm>
            <a:off x="4281487" y="2690813"/>
            <a:ext cx="347663" cy="34766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E12FDBE-6CCE-49ED-A948-5E172260BECA}"/>
              </a:ext>
            </a:extLst>
          </p:cNvPr>
          <p:cNvCxnSpPr/>
          <p:nvPr/>
        </p:nvCxnSpPr>
        <p:spPr>
          <a:xfrm flipV="1">
            <a:off x="3369421" y="2871123"/>
            <a:ext cx="1080000" cy="1440000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1D3C838-BF5B-4B0A-8466-8CD0CDC836E7}"/>
              </a:ext>
            </a:extLst>
          </p:cNvPr>
          <p:cNvCxnSpPr>
            <a:cxnSpLocks/>
          </p:cNvCxnSpPr>
          <p:nvPr/>
        </p:nvCxnSpPr>
        <p:spPr>
          <a:xfrm flipH="1" flipV="1">
            <a:off x="3752850" y="2354333"/>
            <a:ext cx="680414" cy="510311"/>
          </a:xfrm>
          <a:prstGeom prst="straightConnector1">
            <a:avLst/>
          </a:prstGeom>
          <a:ln w="57150" cap="rnd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4E860B-F669-4058-A6C5-F713E3BDD9D6}"/>
                  </a:ext>
                </a:extLst>
              </p:cNvPr>
              <p:cNvSpPr txBox="1"/>
              <p:nvPr/>
            </p:nvSpPr>
            <p:spPr>
              <a:xfrm>
                <a:off x="4073016" y="2100670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4E860B-F669-4058-A6C5-F713E3BDD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016" y="2100670"/>
                <a:ext cx="45128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AB6AF-00A4-4E2E-AF82-5F9EF4B31638}"/>
                  </a:ext>
                </a:extLst>
              </p:cNvPr>
              <p:cNvSpPr txBox="1"/>
              <p:nvPr/>
            </p:nvSpPr>
            <p:spPr>
              <a:xfrm>
                <a:off x="3799126" y="3850617"/>
                <a:ext cx="1249123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AB6AF-00A4-4E2E-AF82-5F9EF4B31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126" y="3850617"/>
                <a:ext cx="124912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DC277D-F6B9-40DD-B51D-8C0C3336EC54}"/>
                  </a:ext>
                </a:extLst>
              </p:cNvPr>
              <p:cNvSpPr txBox="1"/>
              <p:nvPr/>
            </p:nvSpPr>
            <p:spPr>
              <a:xfrm>
                <a:off x="5549263" y="4068883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DC277D-F6B9-40DD-B51D-8C0C3336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263" y="4068883"/>
                <a:ext cx="451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86D943D-3A52-497F-B9AF-BDFD012D39EA}"/>
              </a:ext>
            </a:extLst>
          </p:cNvPr>
          <p:cNvSpPr/>
          <p:nvPr/>
        </p:nvSpPr>
        <p:spPr>
          <a:xfrm>
            <a:off x="6237491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1A7C8B-0689-4F9B-9733-3B20B2B85ECB}"/>
                  </a:ext>
                </a:extLst>
              </p:cNvPr>
              <p:cNvSpPr txBox="1"/>
              <p:nvPr/>
            </p:nvSpPr>
            <p:spPr>
              <a:xfrm>
                <a:off x="6592958" y="3390340"/>
                <a:ext cx="38083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각속도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의 시간 변화율</a:t>
                </a:r>
                <a:endPara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등속 원운동에서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ko-KR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는 상수이다</a:t>
                </a:r>
                <a:r>
                  <a:rPr lang="en-US" altLang="ko-KR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endParaRPr lang="ko-KR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1A7C8B-0689-4F9B-9733-3B20B2B85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58" y="3390340"/>
                <a:ext cx="3808342" cy="707886"/>
              </a:xfrm>
              <a:prstGeom prst="rect">
                <a:avLst/>
              </a:prstGeom>
              <a:blipFill>
                <a:blip r:embed="rId6"/>
                <a:stretch>
                  <a:fillRect l="-1763" t="-6034" b="-14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C82D42B3-EED3-49D2-861D-02B15F98B2D1}"/>
              </a:ext>
            </a:extLst>
          </p:cNvPr>
          <p:cNvSpPr txBox="1"/>
          <p:nvPr/>
        </p:nvSpPr>
        <p:spPr>
          <a:xfrm>
            <a:off x="6592957" y="4169145"/>
            <a:ext cx="4387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원운동에서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회전하는 데 걸린 시간을 주기라고 한다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3F6BA2-B895-423A-BB9E-A8571996D6AA}"/>
                  </a:ext>
                </a:extLst>
              </p:cNvPr>
              <p:cNvSpPr txBox="1"/>
              <p:nvPr/>
            </p:nvSpPr>
            <p:spPr>
              <a:xfrm>
                <a:off x="6592957" y="2298045"/>
                <a:ext cx="1484243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ko-KR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3F6BA2-B895-423A-BB9E-A8571996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57" y="2298045"/>
                <a:ext cx="1484243" cy="7935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156AF9-5BEA-4D9B-BB39-CA0A4EFD7B46}"/>
                  </a:ext>
                </a:extLst>
              </p:cNvPr>
              <p:cNvSpPr txBox="1"/>
              <p:nvPr/>
            </p:nvSpPr>
            <p:spPr>
              <a:xfrm>
                <a:off x="9474661" y="2578811"/>
                <a:ext cx="12491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156AF9-5BEA-4D9B-BB39-CA0A4EFD7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661" y="2578811"/>
                <a:ext cx="1249123" cy="369332"/>
              </a:xfrm>
              <a:prstGeom prst="rect">
                <a:avLst/>
              </a:prstGeom>
              <a:blipFill>
                <a:blip r:embed="rId8"/>
                <a:stretch>
                  <a:fillRect l="-488"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4558AC5-6DD8-44CC-B6EC-FA13D2AE8510}"/>
              </a:ext>
            </a:extLst>
          </p:cNvPr>
          <p:cNvSpPr txBox="1"/>
          <p:nvPr/>
        </p:nvSpPr>
        <p:spPr>
          <a:xfrm>
            <a:off x="8101842" y="2507595"/>
            <a:ext cx="1484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[rad/s] ,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39FCB4-677B-4C8C-9D48-318B1F7C6C4C}"/>
                  </a:ext>
                </a:extLst>
              </p:cNvPr>
              <p:cNvSpPr txBox="1"/>
              <p:nvPr/>
            </p:nvSpPr>
            <p:spPr>
              <a:xfrm>
                <a:off x="6614959" y="4947950"/>
                <a:ext cx="4274264" cy="7015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39FCB4-677B-4C8C-9D48-318B1F7C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959" y="4947950"/>
                <a:ext cx="4274264" cy="7015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내용 개체 틀 9">
            <a:extLst>
              <a:ext uri="{FF2B5EF4-FFF2-40B4-BE49-F238E27FC236}">
                <a16:creationId xmlns:a16="http://schemas.microsoft.com/office/drawing/2014/main" id="{F592F193-DE19-43C5-8CA7-47747244799F}"/>
              </a:ext>
            </a:extLst>
          </p:cNvPr>
          <p:cNvSpPr txBox="1">
            <a:spLocks/>
          </p:cNvSpPr>
          <p:nvPr/>
        </p:nvSpPr>
        <p:spPr>
          <a:xfrm>
            <a:off x="676657" y="2011681"/>
            <a:ext cx="3055796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각속도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C456CD-0CAB-469B-9712-2F34942D978B}"/>
              </a:ext>
            </a:extLst>
          </p:cNvPr>
          <p:cNvSpPr txBox="1"/>
          <p:nvPr/>
        </p:nvSpPr>
        <p:spPr>
          <a:xfrm>
            <a:off x="1085850" y="4942796"/>
            <a:ext cx="4865370" cy="4345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속력은 일정하지만 속도는 계속 변화한다</a:t>
            </a:r>
          </a:p>
        </p:txBody>
      </p:sp>
    </p:spTree>
    <p:extLst>
      <p:ext uri="{BB962C8B-B14F-4D97-AF65-F5344CB8AC3E}">
        <p14:creationId xmlns:p14="http://schemas.microsoft.com/office/powerpoint/2010/main" val="4283995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E10F99A-7101-49B2-B098-B47831EC5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4" y="3067742"/>
            <a:ext cx="6311701" cy="24584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79EE95-365C-41EF-8ADA-6EABB9D8E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75" y="2686898"/>
            <a:ext cx="3720616" cy="36715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3BD4DD4-E7DF-4BF5-A171-AB8C9905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등속 원운동의</a:t>
            </a:r>
            <a:r>
              <a:rPr lang="en-US" altLang="ko-KR" dirty="0"/>
              <a:t> </a:t>
            </a:r>
            <a:r>
              <a:rPr lang="ko-KR" altLang="en-US" dirty="0"/>
              <a:t>가속도</a:t>
            </a:r>
          </a:p>
        </p:txBody>
      </p:sp>
      <p:sp>
        <p:nvSpPr>
          <p:cNvPr id="26" name="내용 개체 틀 9">
            <a:extLst>
              <a:ext uri="{FF2B5EF4-FFF2-40B4-BE49-F238E27FC236}">
                <a16:creationId xmlns:a16="http://schemas.microsoft.com/office/drawing/2014/main" id="{01537FCD-65BB-43A1-ADF3-77835A255CFD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588606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삼각형의 닮음을 이용한 가속도 유도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338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D4DD4-E7DF-4BF5-A171-AB8C9905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등속 원운동의</a:t>
            </a:r>
            <a:r>
              <a:rPr lang="en-US" altLang="ko-KR" dirty="0"/>
              <a:t> </a:t>
            </a:r>
            <a:r>
              <a:rPr lang="ko-KR" altLang="en-US" dirty="0"/>
              <a:t>가속도</a:t>
            </a:r>
          </a:p>
        </p:txBody>
      </p:sp>
      <p:sp>
        <p:nvSpPr>
          <p:cNvPr id="26" name="내용 개체 틀 9">
            <a:extLst>
              <a:ext uri="{FF2B5EF4-FFF2-40B4-BE49-F238E27FC236}">
                <a16:creationId xmlns:a16="http://schemas.microsoft.com/office/drawing/2014/main" id="{01537FCD-65BB-43A1-ADF3-77835A255CFD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588606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속도 좌표를 이용한 가속도 유도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3B18998-5FFC-4FBD-9D14-9CF2E2CB89B0}"/>
              </a:ext>
            </a:extLst>
          </p:cNvPr>
          <p:cNvCxnSpPr>
            <a:cxnSpLocks/>
          </p:cNvCxnSpPr>
          <p:nvPr/>
        </p:nvCxnSpPr>
        <p:spPr>
          <a:xfrm flipV="1">
            <a:off x="2874475" y="3791499"/>
            <a:ext cx="773600" cy="1031467"/>
          </a:xfrm>
          <a:prstGeom prst="straightConnector1">
            <a:avLst/>
          </a:prstGeom>
          <a:ln w="5715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5736A77-2BF6-4D2C-9EC3-F8E8684E0B89}"/>
              </a:ext>
            </a:extLst>
          </p:cNvPr>
          <p:cNvCxnSpPr>
            <a:cxnSpLocks/>
          </p:cNvCxnSpPr>
          <p:nvPr/>
        </p:nvCxnSpPr>
        <p:spPr>
          <a:xfrm>
            <a:off x="2855218" y="3001895"/>
            <a:ext cx="0" cy="1820158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EAE8A12-B47C-42EE-B1B9-17436C14442C}"/>
              </a:ext>
            </a:extLst>
          </p:cNvPr>
          <p:cNvCxnSpPr>
            <a:cxnSpLocks/>
          </p:cNvCxnSpPr>
          <p:nvPr/>
        </p:nvCxnSpPr>
        <p:spPr>
          <a:xfrm flipH="1">
            <a:off x="2855217" y="4823878"/>
            <a:ext cx="1820158" cy="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olid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B1B720-8A2E-4D26-B374-04E44D39CACD}"/>
                  </a:ext>
                </a:extLst>
              </p:cNvPr>
              <p:cNvSpPr txBox="1"/>
              <p:nvPr/>
            </p:nvSpPr>
            <p:spPr>
              <a:xfrm>
                <a:off x="4783531" y="4626101"/>
                <a:ext cx="3802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B1B720-8A2E-4D26-B374-04E44D39C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531" y="4626101"/>
                <a:ext cx="3802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7CA231-6D06-42EA-AB7A-16957A53CEBA}"/>
                  </a:ext>
                </a:extLst>
              </p:cNvPr>
              <p:cNvSpPr txBox="1"/>
              <p:nvPr/>
            </p:nvSpPr>
            <p:spPr>
              <a:xfrm>
                <a:off x="2362208" y="2702878"/>
                <a:ext cx="380282" cy="464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7CA231-6D06-42EA-AB7A-16957A53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8" y="2702878"/>
                <a:ext cx="380282" cy="464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타원 14">
            <a:extLst>
              <a:ext uri="{FF2B5EF4-FFF2-40B4-BE49-F238E27FC236}">
                <a16:creationId xmlns:a16="http://schemas.microsoft.com/office/drawing/2014/main" id="{729DDAFD-E612-44F9-9BD7-98C6D5757DFE}"/>
              </a:ext>
            </a:extLst>
          </p:cNvPr>
          <p:cNvSpPr/>
          <p:nvPr/>
        </p:nvSpPr>
        <p:spPr>
          <a:xfrm>
            <a:off x="1570322" y="3517900"/>
            <a:ext cx="2608306" cy="2608306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80EFF0C0-76CF-45F7-B4A9-1A03B896F3C5}"/>
              </a:ext>
            </a:extLst>
          </p:cNvPr>
          <p:cNvSpPr/>
          <p:nvPr/>
        </p:nvSpPr>
        <p:spPr>
          <a:xfrm>
            <a:off x="2855215" y="3505194"/>
            <a:ext cx="850223" cy="1316859"/>
          </a:xfrm>
          <a:custGeom>
            <a:avLst/>
            <a:gdLst>
              <a:gd name="connsiteX0" fmla="*/ 1909432 w 2817620"/>
              <a:gd name="connsiteY0" fmla="*/ 91949 h 2817616"/>
              <a:gd name="connsiteX1" fmla="*/ 2259033 w 2817620"/>
              <a:gd name="connsiteY1" fmla="*/ 285482 h 2817616"/>
              <a:gd name="connsiteX2" fmla="*/ 1408810 w 2817620"/>
              <a:gd name="connsiteY2" fmla="*/ 1408808 h 2817616"/>
              <a:gd name="connsiteX3" fmla="*/ 1909432 w 2817620"/>
              <a:gd name="connsiteY3" fmla="*/ 91949 h 2817616"/>
              <a:gd name="connsiteX0" fmla="*/ 1909432 w 2817620"/>
              <a:gd name="connsiteY0" fmla="*/ 91949 h 2817616"/>
              <a:gd name="connsiteX1" fmla="*/ 2259033 w 2817620"/>
              <a:gd name="connsiteY1" fmla="*/ 285482 h 2817616"/>
              <a:gd name="connsiteX0" fmla="*/ 500622 w 876985"/>
              <a:gd name="connsiteY0" fmla="*/ 0 h 1316859"/>
              <a:gd name="connsiteX1" fmla="*/ 850223 w 876985"/>
              <a:gd name="connsiteY1" fmla="*/ 193533 h 1316859"/>
              <a:gd name="connsiteX2" fmla="*/ 0 w 876985"/>
              <a:gd name="connsiteY2" fmla="*/ 1316859 h 1316859"/>
              <a:gd name="connsiteX3" fmla="*/ 500622 w 876985"/>
              <a:gd name="connsiteY3" fmla="*/ 0 h 1316859"/>
              <a:gd name="connsiteX0" fmla="*/ 500622 w 876985"/>
              <a:gd name="connsiteY0" fmla="*/ 0 h 1316859"/>
              <a:gd name="connsiteX1" fmla="*/ 850223 w 876985"/>
              <a:gd name="connsiteY1" fmla="*/ 193533 h 1316859"/>
              <a:gd name="connsiteX2" fmla="*/ 853184 w 876985"/>
              <a:gd name="connsiteY2" fmla="*/ 193681 h 1316859"/>
              <a:gd name="connsiteX0" fmla="*/ 500622 w 850223"/>
              <a:gd name="connsiteY0" fmla="*/ 0 h 1316859"/>
              <a:gd name="connsiteX1" fmla="*/ 850223 w 850223"/>
              <a:gd name="connsiteY1" fmla="*/ 193533 h 1316859"/>
              <a:gd name="connsiteX2" fmla="*/ 0 w 850223"/>
              <a:gd name="connsiteY2" fmla="*/ 1316859 h 1316859"/>
              <a:gd name="connsiteX3" fmla="*/ 500622 w 850223"/>
              <a:gd name="connsiteY3" fmla="*/ 0 h 1316859"/>
              <a:gd name="connsiteX0" fmla="*/ 500622 w 850223"/>
              <a:gd name="connsiteY0" fmla="*/ 0 h 1316859"/>
              <a:gd name="connsiteX1" fmla="*/ 850223 w 850223"/>
              <a:gd name="connsiteY1" fmla="*/ 193533 h 131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0223" h="1316859" stroke="0" extrusionOk="0">
                <a:moveTo>
                  <a:pt x="500622" y="0"/>
                </a:moveTo>
                <a:cubicBezTo>
                  <a:pt x="625759" y="47572"/>
                  <a:pt x="743477" y="112739"/>
                  <a:pt x="850223" y="193533"/>
                </a:cubicBezTo>
                <a:lnTo>
                  <a:pt x="0" y="1316859"/>
                </a:lnTo>
                <a:lnTo>
                  <a:pt x="500622" y="0"/>
                </a:lnTo>
                <a:close/>
              </a:path>
              <a:path w="850223" h="1316859" fill="none">
                <a:moveTo>
                  <a:pt x="500622" y="0"/>
                </a:moveTo>
                <a:cubicBezTo>
                  <a:pt x="625759" y="47572"/>
                  <a:pt x="743477" y="112739"/>
                  <a:pt x="850223" y="193533"/>
                </a:cubicBezTo>
              </a:path>
            </a:pathLst>
          </a:custGeom>
          <a:ln w="12700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F168B7-C728-441C-943F-0BC6AC024042}"/>
                  </a:ext>
                </a:extLst>
              </p:cNvPr>
              <p:cNvSpPr txBox="1"/>
              <p:nvPr/>
            </p:nvSpPr>
            <p:spPr>
              <a:xfrm>
                <a:off x="3044316" y="3881845"/>
                <a:ext cx="4512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F168B7-C728-441C-943F-0BC6AC024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316" y="3881845"/>
                <a:ext cx="451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EE848D2-5369-4AD6-A70C-40ADAC59BD34}"/>
              </a:ext>
            </a:extLst>
          </p:cNvPr>
          <p:cNvSpPr/>
          <p:nvPr/>
        </p:nvSpPr>
        <p:spPr>
          <a:xfrm>
            <a:off x="6237491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7034DF-7D36-4701-9ABD-A5666F57E5CA}"/>
                  </a:ext>
                </a:extLst>
              </p:cNvPr>
              <p:cNvSpPr txBox="1"/>
              <p:nvPr/>
            </p:nvSpPr>
            <p:spPr>
              <a:xfrm>
                <a:off x="7673629" y="3395749"/>
                <a:ext cx="2319491" cy="7015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7034DF-7D36-4701-9ABD-A5666F57E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629" y="3395749"/>
                <a:ext cx="2319491" cy="7015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9F166B6-B2E8-4CB4-8AD4-1270D65E6372}"/>
              </a:ext>
            </a:extLst>
          </p:cNvPr>
          <p:cNvSpPr txBox="1"/>
          <p:nvPr/>
        </p:nvSpPr>
        <p:spPr>
          <a:xfrm>
            <a:off x="6754758" y="2664791"/>
            <a:ext cx="2582024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구심 가속도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3373BF-E2C9-4724-B5FD-0E7A8EE16A85}"/>
                  </a:ext>
                </a:extLst>
              </p:cNvPr>
              <p:cNvSpPr txBox="1"/>
              <p:nvPr/>
            </p:nvSpPr>
            <p:spPr>
              <a:xfrm>
                <a:off x="7454233" y="4603206"/>
                <a:ext cx="2595716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3373BF-E2C9-4724-B5FD-0E7A8EE16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233" y="4603206"/>
                <a:ext cx="2595716" cy="7387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685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/>
          <a:lstStyle/>
          <a:p>
            <a:r>
              <a:rPr lang="ko-KR" altLang="en-US" dirty="0"/>
              <a:t>구심력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8145AB-35FD-4044-8835-7F877DBC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2157731"/>
            <a:ext cx="3910013" cy="369445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E183E66-9620-4AC1-8EBF-CF900BC64861}"/>
              </a:ext>
            </a:extLst>
          </p:cNvPr>
          <p:cNvSpPr/>
          <p:nvPr/>
        </p:nvSpPr>
        <p:spPr>
          <a:xfrm>
            <a:off x="6237491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42418B-D259-4A57-AE8B-04323E0250D9}"/>
                  </a:ext>
                </a:extLst>
              </p:cNvPr>
              <p:cNvSpPr txBox="1"/>
              <p:nvPr/>
            </p:nvSpPr>
            <p:spPr>
              <a:xfrm>
                <a:off x="6531702" y="4481207"/>
                <a:ext cx="4440778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𝑚𝑟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42418B-D259-4A57-AE8B-04323E02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702" y="4481207"/>
                <a:ext cx="4440778" cy="738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1D90BB-A7AA-4BCD-BDCF-8FA5E0962517}"/>
              </a:ext>
            </a:extLst>
          </p:cNvPr>
          <p:cNvSpPr txBox="1"/>
          <p:nvPr/>
        </p:nvSpPr>
        <p:spPr>
          <a:xfrm>
            <a:off x="6610350" y="2362200"/>
            <a:ext cx="1209675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b="1">
                <a:solidFill>
                  <a:schemeClr val="tx1">
                    <a:lumMod val="85000"/>
                    <a:lumOff val="15000"/>
                  </a:schemeClr>
                </a:solidFill>
              </a:rPr>
              <a:t>구심력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64B6A7-C371-4EE1-B649-C0549EB79CEA}"/>
              </a:ext>
            </a:extLst>
          </p:cNvPr>
          <p:cNvSpPr/>
          <p:nvPr/>
        </p:nvSpPr>
        <p:spPr>
          <a:xfrm>
            <a:off x="6610350" y="2865158"/>
            <a:ext cx="3993423" cy="1427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err="1"/>
              <a:t>알짜힘을</a:t>
            </a:r>
            <a:r>
              <a:rPr lang="ko-KR" altLang="en-US" sz="2000" dirty="0"/>
              <a:t> 원의 중심 방향과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이에 수직한 방향으로 분해했을 때 원의 중심을 향하는 힘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1221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진자 운동</a:t>
            </a:r>
          </a:p>
        </p:txBody>
      </p:sp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78D14801-CF23-4990-9F71-85C8AD4C8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563920"/>
              </p:ext>
            </p:extLst>
          </p:nvPr>
        </p:nvGraphicFramePr>
        <p:xfrm>
          <a:off x="950258" y="1779494"/>
          <a:ext cx="10155892" cy="4011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2679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진자 운동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E183E66-9620-4AC1-8EBF-CF900BC64861}"/>
              </a:ext>
            </a:extLst>
          </p:cNvPr>
          <p:cNvSpPr/>
          <p:nvPr/>
        </p:nvSpPr>
        <p:spPr>
          <a:xfrm>
            <a:off x="6237491" y="2119108"/>
            <a:ext cx="5029200" cy="3840432"/>
          </a:xfrm>
          <a:prstGeom prst="roundRect">
            <a:avLst>
              <a:gd name="adj" fmla="val 7330"/>
            </a:avLst>
          </a:prstGeom>
          <a:solidFill>
            <a:schemeClr val="accent2">
              <a:lumMod val="20000"/>
              <a:lumOff val="80000"/>
              <a:alpha val="10196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D90BB-A7AA-4BCD-BDCF-8FA5E0962517}"/>
              </a:ext>
            </a:extLst>
          </p:cNvPr>
          <p:cNvSpPr txBox="1"/>
          <p:nvPr/>
        </p:nvSpPr>
        <p:spPr>
          <a:xfrm>
            <a:off x="6610350" y="2447925"/>
            <a:ext cx="1209675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구심력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CC65FD-2383-408D-A37E-926AADEF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971675"/>
            <a:ext cx="4188054" cy="4062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3BCF5-4309-47C0-8333-C1F53158393A}"/>
              </a:ext>
            </a:extLst>
          </p:cNvPr>
          <p:cNvSpPr txBox="1"/>
          <p:nvPr/>
        </p:nvSpPr>
        <p:spPr>
          <a:xfrm>
            <a:off x="6610350" y="4067500"/>
            <a:ext cx="1209675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접선력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2427D-FC4D-42FC-92D6-0E9EBC6BA17C}"/>
              </a:ext>
            </a:extLst>
          </p:cNvPr>
          <p:cNvSpPr txBox="1"/>
          <p:nvPr/>
        </p:nvSpPr>
        <p:spPr>
          <a:xfrm>
            <a:off x="6610350" y="3067076"/>
            <a:ext cx="4133850" cy="8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속력이 빠를수록 크다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최저점에서 최대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최고점에서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C4394-6767-47AE-88A0-766B9D1DF322}"/>
              </a:ext>
            </a:extLst>
          </p:cNvPr>
          <p:cNvSpPr txBox="1"/>
          <p:nvPr/>
        </p:nvSpPr>
        <p:spPr>
          <a:xfrm>
            <a:off x="6610350" y="4648226"/>
            <a:ext cx="4133850" cy="8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물체가 기울어질수록 크다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최저점에서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최고점에서 최대</a:t>
            </a:r>
          </a:p>
        </p:txBody>
      </p:sp>
    </p:spTree>
    <p:extLst>
      <p:ext uri="{BB962C8B-B14F-4D97-AF65-F5344CB8AC3E}">
        <p14:creationId xmlns:p14="http://schemas.microsoft.com/office/powerpoint/2010/main" val="3010198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49F8-2004-43C0-9C32-A2FD216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심화</a:t>
            </a:r>
            <a:r>
              <a:rPr lang="en-US" altLang="ko-KR" dirty="0"/>
              <a:t>)</a:t>
            </a:r>
            <a:r>
              <a:rPr lang="ko-KR" altLang="en-US" dirty="0"/>
              <a:t>그 밖의 운동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7BC86E-292F-480B-B98D-9C72DBEA9622}"/>
                  </a:ext>
                </a:extLst>
              </p:cNvPr>
              <p:cNvSpPr txBox="1"/>
              <p:nvPr/>
            </p:nvSpPr>
            <p:spPr>
              <a:xfrm>
                <a:off x="1400175" y="2604744"/>
                <a:ext cx="3300583" cy="9644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ko-KR" sz="24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7BC86E-292F-480B-B98D-9C72DBEA9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75" y="2604744"/>
                <a:ext cx="3300583" cy="964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내용 개체 틀 9">
            <a:extLst>
              <a:ext uri="{FF2B5EF4-FFF2-40B4-BE49-F238E27FC236}">
                <a16:creationId xmlns:a16="http://schemas.microsoft.com/office/drawing/2014/main" id="{84FAC139-2A5A-401A-89BC-ABA238D09F89}"/>
              </a:ext>
            </a:extLst>
          </p:cNvPr>
          <p:cNvSpPr txBox="1">
            <a:spLocks/>
          </p:cNvSpPr>
          <p:nvPr/>
        </p:nvSpPr>
        <p:spPr>
          <a:xfrm>
            <a:off x="676656" y="2011681"/>
            <a:ext cx="5886069" cy="4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1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경로를 지나는 물체의 가속도 공식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D6CE9E1F-B6CE-4C53-9C8A-0201A1742DF1}"/>
              </a:ext>
            </a:extLst>
          </p:cNvPr>
          <p:cNvSpPr/>
          <p:nvPr/>
        </p:nvSpPr>
        <p:spPr>
          <a:xfrm>
            <a:off x="6096000" y="2528692"/>
            <a:ext cx="4943475" cy="1340408"/>
          </a:xfrm>
          <a:custGeom>
            <a:avLst/>
            <a:gdLst>
              <a:gd name="connsiteX0" fmla="*/ 0 w 4943475"/>
              <a:gd name="connsiteY0" fmla="*/ 728858 h 1340408"/>
              <a:gd name="connsiteX1" fmla="*/ 1371600 w 4943475"/>
              <a:gd name="connsiteY1" fmla="*/ 14483 h 1340408"/>
              <a:gd name="connsiteX2" fmla="*/ 3238500 w 4943475"/>
              <a:gd name="connsiteY2" fmla="*/ 1309883 h 1340408"/>
              <a:gd name="connsiteX3" fmla="*/ 4943475 w 4943475"/>
              <a:gd name="connsiteY3" fmla="*/ 805058 h 134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3475" h="1340408">
                <a:moveTo>
                  <a:pt x="0" y="728858"/>
                </a:moveTo>
                <a:cubicBezTo>
                  <a:pt x="415925" y="323251"/>
                  <a:pt x="831850" y="-82355"/>
                  <a:pt x="1371600" y="14483"/>
                </a:cubicBezTo>
                <a:cubicBezTo>
                  <a:pt x="1911350" y="111320"/>
                  <a:pt x="2643188" y="1178121"/>
                  <a:pt x="3238500" y="1309883"/>
                </a:cubicBezTo>
                <a:cubicBezTo>
                  <a:pt x="3833812" y="1441645"/>
                  <a:pt x="4388643" y="1123351"/>
                  <a:pt x="4943475" y="805058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7FB9613-D8F9-48AA-8542-8C649DA1A46D}"/>
              </a:ext>
            </a:extLst>
          </p:cNvPr>
          <p:cNvSpPr/>
          <p:nvPr/>
        </p:nvSpPr>
        <p:spPr>
          <a:xfrm>
            <a:off x="7253286" y="2462212"/>
            <a:ext cx="128590" cy="12859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6E56A3E-CCB4-4131-8430-2D5FEC3A984B}"/>
              </a:ext>
            </a:extLst>
          </p:cNvPr>
          <p:cNvCxnSpPr>
            <a:cxnSpLocks/>
          </p:cNvCxnSpPr>
          <p:nvPr/>
        </p:nvCxnSpPr>
        <p:spPr>
          <a:xfrm>
            <a:off x="7319963" y="2526506"/>
            <a:ext cx="742950" cy="23813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0FAF313-C9C6-4876-B4FF-8CA0D1989E94}"/>
              </a:ext>
            </a:extLst>
          </p:cNvPr>
          <p:cNvCxnSpPr>
            <a:cxnSpLocks/>
          </p:cNvCxnSpPr>
          <p:nvPr/>
        </p:nvCxnSpPr>
        <p:spPr>
          <a:xfrm flipH="1">
            <a:off x="7293769" y="2524984"/>
            <a:ext cx="30957" cy="756379"/>
          </a:xfrm>
          <a:prstGeom prst="straightConnector1">
            <a:avLst/>
          </a:prstGeom>
          <a:ln w="28575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40EF8A-FB6E-4BA9-B6A6-0274BF1D200C}"/>
                  </a:ext>
                </a:extLst>
              </p:cNvPr>
              <p:cNvSpPr txBox="1"/>
              <p:nvPr/>
            </p:nvSpPr>
            <p:spPr>
              <a:xfrm>
                <a:off x="7372349" y="3038474"/>
                <a:ext cx="2095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40EF8A-FB6E-4BA9-B6A6-0274BF1D2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49" y="3038474"/>
                <a:ext cx="209545" cy="369332"/>
              </a:xfrm>
              <a:prstGeom prst="rect">
                <a:avLst/>
              </a:prstGeom>
              <a:blipFill>
                <a:blip r:embed="rId4"/>
                <a:stretch>
                  <a:fillRect l="-14286" t="-8197" r="-7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6A0AF3-72F3-42E2-8156-60C37278DBA0}"/>
                  </a:ext>
                </a:extLst>
              </p:cNvPr>
              <p:cNvSpPr txBox="1"/>
              <p:nvPr/>
            </p:nvSpPr>
            <p:spPr>
              <a:xfrm>
                <a:off x="8091487" y="2366961"/>
                <a:ext cx="1649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6A0AF3-72F3-42E2-8156-60C37278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487" y="2366961"/>
                <a:ext cx="164981" cy="369332"/>
              </a:xfrm>
              <a:prstGeom prst="rect">
                <a:avLst/>
              </a:prstGeom>
              <a:blipFill>
                <a:blip r:embed="rId5"/>
                <a:stretch>
                  <a:fillRect l="-29630" t="-16393" r="-1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타원 41">
            <a:extLst>
              <a:ext uri="{FF2B5EF4-FFF2-40B4-BE49-F238E27FC236}">
                <a16:creationId xmlns:a16="http://schemas.microsoft.com/office/drawing/2014/main" id="{91A37FB4-E517-4B0B-87AE-0EA225F0E19E}"/>
              </a:ext>
            </a:extLst>
          </p:cNvPr>
          <p:cNvSpPr/>
          <p:nvPr/>
        </p:nvSpPr>
        <p:spPr>
          <a:xfrm>
            <a:off x="6743700" y="2527175"/>
            <a:ext cx="1092993" cy="1092993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C62701-FDAA-4904-A094-AA47B2DF2B11}"/>
              </a:ext>
            </a:extLst>
          </p:cNvPr>
          <p:cNvSpPr txBox="1"/>
          <p:nvPr/>
        </p:nvSpPr>
        <p:spPr>
          <a:xfrm>
            <a:off x="1219199" y="4486275"/>
            <a:ext cx="7515225" cy="434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 공식이 의미하는 것을 스포츠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교통과 같은 대상에 적용해보자</a:t>
            </a:r>
          </a:p>
        </p:txBody>
      </p:sp>
    </p:spTree>
    <p:extLst>
      <p:ext uri="{BB962C8B-B14F-4D97-AF65-F5344CB8AC3E}">
        <p14:creationId xmlns:p14="http://schemas.microsoft.com/office/powerpoint/2010/main" val="3073963465"/>
      </p:ext>
    </p:extLst>
  </p:cSld>
  <p:clrMapOvr>
    <a:masterClrMapping/>
  </p:clrMapOvr>
</p:sld>
</file>

<file path=ppt/theme/theme1.xml><?xml version="1.0" encoding="utf-8"?>
<a:theme xmlns:a="http://schemas.openxmlformats.org/drawingml/2006/main" name="메트로폴리탄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메트로폴리탄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메트로폴리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2000" dirty="0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1339</TotalTime>
  <Words>1548</Words>
  <Application>Microsoft Office PowerPoint</Application>
  <PresentationFormat>와이드스크린</PresentationFormat>
  <Paragraphs>439</Paragraphs>
  <Slides>41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맑은 고딕</vt:lpstr>
      <vt:lpstr>Arial</vt:lpstr>
      <vt:lpstr>Calibri Light</vt:lpstr>
      <vt:lpstr>Cambria</vt:lpstr>
      <vt:lpstr>Cambria Math</vt:lpstr>
      <vt:lpstr>Times New Roman</vt:lpstr>
      <vt:lpstr>메트로폴리탄</vt:lpstr>
      <vt:lpstr>역학과 에너지</vt:lpstr>
      <vt:lpstr>01 힘의 합성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 가지 힘의 합력</vt:lpstr>
      <vt:lpstr>여러가지 힘이 작용하는 물체의 운동</vt:lpstr>
      <vt:lpstr>여러가지 힘이 작용하는 물체의 운동</vt:lpstr>
      <vt:lpstr>여러가지 힘이 작용하는 물체의 운동</vt:lpstr>
      <vt:lpstr>여러가지 힘이 작용하는 물체의 운동</vt:lpstr>
      <vt:lpstr>여러가지 힘이 작용하는 물체의 운동</vt:lpstr>
      <vt:lpstr>포물선 운동과 역학적 에너지 보존</vt:lpstr>
      <vt:lpstr>수평으로 던진 물체의 운동</vt:lpstr>
      <vt:lpstr>수평으로 던진 물체의 운동</vt:lpstr>
      <vt:lpstr>수평으로 던진 물체의 운동</vt:lpstr>
      <vt:lpstr>비스듬히 위로 던진 물체의 운동</vt:lpstr>
      <vt:lpstr>비스듬히 위로 던진 물체의 운동</vt:lpstr>
      <vt:lpstr>비스듬히 위로 던진 물체의 운동</vt:lpstr>
      <vt:lpstr>포물선 운동과 역학적 에너지</vt:lpstr>
      <vt:lpstr>포물선 운동과 역학적 에너지</vt:lpstr>
      <vt:lpstr>포물선 운동과 역학적 에너지</vt:lpstr>
      <vt:lpstr>등속 원운동과 진자 운동</vt:lpstr>
      <vt:lpstr>등속 원운동</vt:lpstr>
      <vt:lpstr>등속 원운동</vt:lpstr>
      <vt:lpstr>등속 원운동</vt:lpstr>
      <vt:lpstr>등속 원운동의 가속도</vt:lpstr>
      <vt:lpstr>등속 원운동의 가속도</vt:lpstr>
      <vt:lpstr>구심력</vt:lpstr>
      <vt:lpstr>진자 운동</vt:lpstr>
      <vt:lpstr>진자 운동</vt:lpstr>
      <vt:lpstr>(심화)그 밖의 운동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역학과 에너지</dc:title>
  <dc:creator>김건백</dc:creator>
  <cp:lastModifiedBy>김건백</cp:lastModifiedBy>
  <cp:revision>39</cp:revision>
  <dcterms:created xsi:type="dcterms:W3CDTF">2026-07-09T01:29:11Z</dcterms:created>
  <dcterms:modified xsi:type="dcterms:W3CDTF">2026-08-20T23:52:48Z</dcterms:modified>
</cp:coreProperties>
</file>